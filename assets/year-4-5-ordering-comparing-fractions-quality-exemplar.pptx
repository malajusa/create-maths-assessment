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7" r:id="rId4"/>
  </p:sldIdLst>
  <p:sldSz cx="7559675" cy="1069181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30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Western Australian Curriculum: Mathematics - Scope and sequence | For implementation in 2026, School Curriculum and Standards Authority, 2025.</a:t>
            </a:r>
          </a:p>
          <a:p>
            <a:r>
              <a:t>- Problem Solving Strategies and Skills card archive supplied by Mr Leahy; used to calibrate direct problem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Western Australian Curriculum: Mathematics - Scope and sequence | For implementation in 2026, School Curriculum and Standards Authority, 2025.</a:t>
            </a:r>
          </a:p>
          <a:p>
            <a:r>
              <a:t>- Problem Solving Strategies and Skills card archive supplied by Mr Leahy; used to calibrate direct problem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Western Australian Curriculum: Mathematics - Scope and sequence | For implementation in 2026, School Curriculum and Standards Authority, 2025.</a:t>
            </a:r>
          </a:p>
          <a:p>
            <a:r>
              <a:t>- Problem Solving Strategies and Skills card archive supplied by Mr Leahy; used to calibrate direct problem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-1">
            <a:extLst>
              <a:ext uri="{FF2B5EF4-FFF2-40B4-BE49-F238E27FC236}">
                <a16:creationId xmlns:a16="http://schemas.microsoft.com/office/drawing/2014/main" id="{721BC458-D1C4-4DEE-BF42-46643109F0E0}"/>
              </a:ext>
            </a:extLst>
          </p:cNvPr>
          <p:cNvSpPr>
            <a:spLocks noGrp="1"/>
          </p:cNvSpPr>
          <p:nvPr/>
        </p:nvSpPr>
        <p:spPr>
          <a:xfrm>
            <a:off x="285750" y="200025"/>
            <a:ext cx="3905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013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YEARS 4 AND 5 MATHEMATICS ASSESSMENT</a:t>
            </a:r>
          </a:p>
        </p:txBody>
      </p:sp>
      <p:sp>
        <p:nvSpPr>
          <p:cNvPr id="2" name="text-2">
            <a:extLst>
              <a:ext uri="{FF2B5EF4-FFF2-40B4-BE49-F238E27FC236}">
                <a16:creationId xmlns:a16="http://schemas.microsoft.com/office/drawing/2014/main" id="{E5A3B205-E24F-48A5-8E7C-8CA1B7AA3684}"/>
              </a:ext>
            </a:extLst>
          </p:cNvPr>
          <p:cNvSpPr>
            <a:spLocks noGrp="1"/>
          </p:cNvSpPr>
          <p:nvPr/>
        </p:nvSpPr>
        <p:spPr>
          <a:xfrm>
            <a:off x="285750" y="438150"/>
            <a:ext cx="4476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538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38" b="1" i="0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Ordering and comparing fraction</a:t>
            </a:r>
            <a:r>
              <a:rPr lang="en-AU" sz="1538" b="1" i="0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</a:t>
            </a:r>
            <a:endParaRPr sz="1538" b="1" i="0" dirty="0">
              <a:solidFill>
                <a:srgbClr val="1F293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text-3">
            <a:extLst>
              <a:ext uri="{FF2B5EF4-FFF2-40B4-BE49-F238E27FC236}">
                <a16:creationId xmlns:a16="http://schemas.microsoft.com/office/drawing/2014/main" id="{C8BA6066-13F7-45DE-957D-21959E22AC45}"/>
              </a:ext>
            </a:extLst>
          </p:cNvPr>
          <p:cNvSpPr>
            <a:spLocks noGrp="1"/>
          </p:cNvSpPr>
          <p:nvPr/>
        </p:nvSpPr>
        <p:spPr>
          <a:xfrm>
            <a:off x="6381750" y="238125"/>
            <a:ext cx="876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r">
              <a:lnSpc>
                <a:spcPct val="104000"/>
              </a:lnSpc>
              <a:buNone/>
              <a:defRPr sz="82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Page 1 of 3</a:t>
            </a:r>
          </a:p>
        </p:txBody>
      </p:sp>
      <p:sp>
        <p:nvSpPr>
          <p:cNvPr id="4" name="text-4">
            <a:extLst>
              <a:ext uri="{FF2B5EF4-FFF2-40B4-BE49-F238E27FC236}">
                <a16:creationId xmlns:a16="http://schemas.microsoft.com/office/drawing/2014/main" id="{26A5BC2F-9E89-4808-976F-342F9775069D}"/>
              </a:ext>
            </a:extLst>
          </p:cNvPr>
          <p:cNvSpPr>
            <a:spLocks noGrp="1"/>
          </p:cNvSpPr>
          <p:nvPr/>
        </p:nvSpPr>
        <p:spPr>
          <a:xfrm>
            <a:off x="4762500" y="466725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l">
              <a:lnSpc>
                <a:spcPct val="104000"/>
              </a:lnSpc>
              <a:buNone/>
              <a:defRPr sz="9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Name:</a:t>
            </a:r>
          </a:p>
        </p:txBody>
      </p:sp>
      <p:sp>
        <p:nvSpPr>
          <p:cNvPr id="5" name="line-5">
            <a:extLst>
              <a:ext uri="{FF2B5EF4-FFF2-40B4-BE49-F238E27FC236}">
                <a16:creationId xmlns:a16="http://schemas.microsoft.com/office/drawing/2014/main" id="{E8CBBE8A-DBB9-462A-B359-7C10D040BC29}"/>
              </a:ext>
            </a:extLst>
          </p:cNvPr>
          <p:cNvSpPr>
            <a:spLocks noGrp="1"/>
          </p:cNvSpPr>
          <p:nvPr/>
        </p:nvSpPr>
        <p:spPr>
          <a:xfrm>
            <a:off x="5191125" y="619125"/>
            <a:ext cx="904875" cy="0"/>
          </a:xfrm>
          <a:prstGeom prst="line">
            <a:avLst/>
          </a:prstGeom>
          <a:noFill/>
          <a:ln w="762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text-6">
            <a:extLst>
              <a:ext uri="{FF2B5EF4-FFF2-40B4-BE49-F238E27FC236}">
                <a16:creationId xmlns:a16="http://schemas.microsoft.com/office/drawing/2014/main" id="{75452B32-4600-47D0-9C11-957231D586FE}"/>
              </a:ext>
            </a:extLst>
          </p:cNvPr>
          <p:cNvSpPr>
            <a:spLocks noGrp="1"/>
          </p:cNvSpPr>
          <p:nvPr/>
        </p:nvSpPr>
        <p:spPr>
          <a:xfrm>
            <a:off x="6191250" y="466725"/>
            <a:ext cx="419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l">
              <a:lnSpc>
                <a:spcPct val="104000"/>
              </a:lnSpc>
              <a:buNone/>
              <a:defRPr sz="90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Score:</a:t>
            </a:r>
          </a:p>
        </p:txBody>
      </p:sp>
      <p:sp>
        <p:nvSpPr>
          <p:cNvPr id="7" name="line-7">
            <a:extLst>
              <a:ext uri="{FF2B5EF4-FFF2-40B4-BE49-F238E27FC236}">
                <a16:creationId xmlns:a16="http://schemas.microsoft.com/office/drawing/2014/main" id="{B39655CA-CC4A-477E-B00E-E4D34B56BBEF}"/>
              </a:ext>
            </a:extLst>
          </p:cNvPr>
          <p:cNvSpPr>
            <a:spLocks noGrp="1"/>
          </p:cNvSpPr>
          <p:nvPr/>
        </p:nvSpPr>
        <p:spPr>
          <a:xfrm>
            <a:off x="6610350" y="619125"/>
            <a:ext cx="428625" cy="0"/>
          </a:xfrm>
          <a:prstGeom prst="line">
            <a:avLst/>
          </a:prstGeom>
          <a:noFill/>
          <a:ln w="762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-8">
            <a:extLst>
              <a:ext uri="{FF2B5EF4-FFF2-40B4-BE49-F238E27FC236}">
                <a16:creationId xmlns:a16="http://schemas.microsoft.com/office/drawing/2014/main" id="{45918BA3-0DA8-49EC-B6E3-20603B1F6742}"/>
              </a:ext>
            </a:extLst>
          </p:cNvPr>
          <p:cNvSpPr>
            <a:spLocks noGrp="1"/>
          </p:cNvSpPr>
          <p:nvPr/>
        </p:nvSpPr>
        <p:spPr>
          <a:xfrm>
            <a:off x="7067550" y="46672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 fontScale="92793"/>
          </a:bodyPr>
          <a:lstStyle/>
          <a:p>
            <a:pPr algn="l">
              <a:lnSpc>
                <a:spcPct val="104000"/>
              </a:lnSpc>
              <a:buNone/>
              <a:defRPr sz="788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out of 20</a:t>
            </a:r>
          </a:p>
        </p:txBody>
      </p:sp>
      <p:sp>
        <p:nvSpPr>
          <p:cNvPr id="9" name="line-9">
            <a:extLst>
              <a:ext uri="{FF2B5EF4-FFF2-40B4-BE49-F238E27FC236}">
                <a16:creationId xmlns:a16="http://schemas.microsoft.com/office/drawing/2014/main" id="{6D4E03E3-7A72-4314-8424-71DB8D209C30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6981825" cy="0"/>
          </a:xfrm>
          <a:prstGeom prst="line">
            <a:avLst/>
          </a:prstGeom>
          <a:noFill/>
          <a:ln w="10478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rect-18">
            <a:extLst>
              <a:ext uri="{FF2B5EF4-FFF2-40B4-BE49-F238E27FC236}">
                <a16:creationId xmlns:a16="http://schemas.microsoft.com/office/drawing/2014/main" id="{8EEB8848-659D-468B-A464-FF3361B0F1EA}"/>
              </a:ext>
            </a:extLst>
          </p:cNvPr>
          <p:cNvSpPr>
            <a:spLocks noGrp="1"/>
          </p:cNvSpPr>
          <p:nvPr/>
        </p:nvSpPr>
        <p:spPr>
          <a:xfrm>
            <a:off x="285750" y="895350"/>
            <a:ext cx="3443288" cy="196215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rect-19">
            <a:extLst>
              <a:ext uri="{FF2B5EF4-FFF2-40B4-BE49-F238E27FC236}">
                <a16:creationId xmlns:a16="http://schemas.microsoft.com/office/drawing/2014/main" id="{3F457278-0EFF-463E-B1FC-7CDEF707746C}"/>
              </a:ext>
            </a:extLst>
          </p:cNvPr>
          <p:cNvSpPr>
            <a:spLocks noGrp="1"/>
          </p:cNvSpPr>
          <p:nvPr/>
        </p:nvSpPr>
        <p:spPr>
          <a:xfrm>
            <a:off x="3824288" y="895350"/>
            <a:ext cx="3443288" cy="196215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rect-20">
            <a:extLst>
              <a:ext uri="{FF2B5EF4-FFF2-40B4-BE49-F238E27FC236}">
                <a16:creationId xmlns:a16="http://schemas.microsoft.com/office/drawing/2014/main" id="{29926373-ACA3-495A-9823-52BA414FE0E8}"/>
              </a:ext>
            </a:extLst>
          </p:cNvPr>
          <p:cNvSpPr>
            <a:spLocks noGrp="1"/>
          </p:cNvSpPr>
          <p:nvPr/>
        </p:nvSpPr>
        <p:spPr>
          <a:xfrm>
            <a:off x="285750" y="2857500"/>
            <a:ext cx="3443288" cy="289560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rect-21">
            <a:extLst>
              <a:ext uri="{FF2B5EF4-FFF2-40B4-BE49-F238E27FC236}">
                <a16:creationId xmlns:a16="http://schemas.microsoft.com/office/drawing/2014/main" id="{2DE558EF-3480-4567-B008-868DADE8BB46}"/>
              </a:ext>
            </a:extLst>
          </p:cNvPr>
          <p:cNvSpPr>
            <a:spLocks noGrp="1"/>
          </p:cNvSpPr>
          <p:nvPr/>
        </p:nvSpPr>
        <p:spPr>
          <a:xfrm>
            <a:off x="3824288" y="2857500"/>
            <a:ext cx="3443288" cy="289560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rect-22">
            <a:extLst>
              <a:ext uri="{FF2B5EF4-FFF2-40B4-BE49-F238E27FC236}">
                <a16:creationId xmlns:a16="http://schemas.microsoft.com/office/drawing/2014/main" id="{A46817E6-7432-49D9-8B23-C8F6620EABB5}"/>
              </a:ext>
            </a:extLst>
          </p:cNvPr>
          <p:cNvSpPr>
            <a:spLocks noGrp="1"/>
          </p:cNvSpPr>
          <p:nvPr/>
        </p:nvSpPr>
        <p:spPr>
          <a:xfrm>
            <a:off x="285750" y="5753100"/>
            <a:ext cx="3443288" cy="459105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rect-23">
            <a:extLst>
              <a:ext uri="{FF2B5EF4-FFF2-40B4-BE49-F238E27FC236}">
                <a16:creationId xmlns:a16="http://schemas.microsoft.com/office/drawing/2014/main" id="{46D7BE28-EF87-4947-AC04-C5B49503EE8C}"/>
              </a:ext>
            </a:extLst>
          </p:cNvPr>
          <p:cNvSpPr>
            <a:spLocks noGrp="1"/>
          </p:cNvSpPr>
          <p:nvPr/>
        </p:nvSpPr>
        <p:spPr>
          <a:xfrm>
            <a:off x="3824288" y="5753100"/>
            <a:ext cx="3443288" cy="459105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-24">
            <a:extLst>
              <a:ext uri="{FF2B5EF4-FFF2-40B4-BE49-F238E27FC236}">
                <a16:creationId xmlns:a16="http://schemas.microsoft.com/office/drawing/2014/main" id="{15548D12-4D22-4D33-AE3D-05FC2A0D4EFF}"/>
              </a:ext>
            </a:extLst>
          </p:cNvPr>
          <p:cNvSpPr>
            <a:spLocks noGrp="1"/>
          </p:cNvSpPr>
          <p:nvPr/>
        </p:nvSpPr>
        <p:spPr>
          <a:xfrm>
            <a:off x="400050" y="1000125"/>
            <a:ext cx="428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l">
              <a:lnSpc>
                <a:spcPct val="104000"/>
              </a:lnSpc>
              <a:buNone/>
              <a:defRPr sz="120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Q1</a:t>
            </a:r>
          </a:p>
        </p:txBody>
      </p:sp>
      <p:sp>
        <p:nvSpPr>
          <p:cNvPr id="17" name="text-25">
            <a:extLst>
              <a:ext uri="{FF2B5EF4-FFF2-40B4-BE49-F238E27FC236}">
                <a16:creationId xmlns:a16="http://schemas.microsoft.com/office/drawing/2014/main" id="{83A2F9D1-8C5B-48FE-9CD1-4D400CD9FE36}"/>
              </a:ext>
            </a:extLst>
          </p:cNvPr>
          <p:cNvSpPr>
            <a:spLocks noGrp="1"/>
          </p:cNvSpPr>
          <p:nvPr/>
        </p:nvSpPr>
        <p:spPr>
          <a:xfrm>
            <a:off x="2871788" y="1009650"/>
            <a:ext cx="704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r">
              <a:lnSpc>
                <a:spcPct val="104000"/>
              </a:lnSpc>
              <a:buNone/>
              <a:defRPr sz="788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[1 mark]</a:t>
            </a:r>
          </a:p>
        </p:txBody>
      </p:sp>
      <p:sp>
        <p:nvSpPr>
          <p:cNvPr id="18" name="text-26">
            <a:extLst>
              <a:ext uri="{FF2B5EF4-FFF2-40B4-BE49-F238E27FC236}">
                <a16:creationId xmlns:a16="http://schemas.microsoft.com/office/drawing/2014/main" id="{3F8D03C3-95DB-402A-9026-6C9E7161CE73}"/>
              </a:ext>
            </a:extLst>
          </p:cNvPr>
          <p:cNvSpPr>
            <a:spLocks noGrp="1"/>
          </p:cNvSpPr>
          <p:nvPr/>
        </p:nvSpPr>
        <p:spPr>
          <a:xfrm>
            <a:off x="400050" y="1314450"/>
            <a:ext cx="2190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l">
              <a:lnSpc>
                <a:spcPct val="104000"/>
              </a:lnSpc>
              <a:buNone/>
              <a:defRPr sz="1013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Circle the fraction equivalent to</a:t>
            </a:r>
          </a:p>
        </p:txBody>
      </p:sp>
      <p:sp>
        <p:nvSpPr>
          <p:cNvPr id="19" name="text-27">
            <a:extLst>
              <a:ext uri="{FF2B5EF4-FFF2-40B4-BE49-F238E27FC236}">
                <a16:creationId xmlns:a16="http://schemas.microsoft.com/office/drawing/2014/main" id="{884DAFB8-8DB5-4346-90AC-8B5509E1E1B5}"/>
              </a:ext>
            </a:extLst>
          </p:cNvPr>
          <p:cNvSpPr>
            <a:spLocks noGrp="1"/>
          </p:cNvSpPr>
          <p:nvPr/>
        </p:nvSpPr>
        <p:spPr>
          <a:xfrm>
            <a:off x="2619375" y="1219200"/>
            <a:ext cx="276225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080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80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line-28">
            <a:extLst>
              <a:ext uri="{FF2B5EF4-FFF2-40B4-BE49-F238E27FC236}">
                <a16:creationId xmlns:a16="http://schemas.microsoft.com/office/drawing/2014/main" id="{3FE9E825-72CC-4B30-91F9-D8151FBCE6A0}"/>
              </a:ext>
            </a:extLst>
          </p:cNvPr>
          <p:cNvSpPr>
            <a:spLocks noGrp="1"/>
          </p:cNvSpPr>
          <p:nvPr/>
        </p:nvSpPr>
        <p:spPr>
          <a:xfrm>
            <a:off x="2638425" y="1400175"/>
            <a:ext cx="238125" cy="0"/>
          </a:xfrm>
          <a:prstGeom prst="line">
            <a:avLst/>
          </a:prstGeom>
          <a:noFill/>
          <a:ln w="14288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-29">
            <a:extLst>
              <a:ext uri="{FF2B5EF4-FFF2-40B4-BE49-F238E27FC236}">
                <a16:creationId xmlns:a16="http://schemas.microsoft.com/office/drawing/2014/main" id="{AADED56E-EA48-40CD-B983-69C48052B002}"/>
              </a:ext>
            </a:extLst>
          </p:cNvPr>
          <p:cNvSpPr>
            <a:spLocks noGrp="1"/>
          </p:cNvSpPr>
          <p:nvPr/>
        </p:nvSpPr>
        <p:spPr>
          <a:xfrm>
            <a:off x="2619375" y="1405890"/>
            <a:ext cx="276225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080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80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text-30">
            <a:extLst>
              <a:ext uri="{FF2B5EF4-FFF2-40B4-BE49-F238E27FC236}">
                <a16:creationId xmlns:a16="http://schemas.microsoft.com/office/drawing/2014/main" id="{46711128-521E-4D8C-8F15-63273E5F8DC7}"/>
              </a:ext>
            </a:extLst>
          </p:cNvPr>
          <p:cNvSpPr>
            <a:spLocks noGrp="1"/>
          </p:cNvSpPr>
          <p:nvPr/>
        </p:nvSpPr>
        <p:spPr>
          <a:xfrm>
            <a:off x="819150" y="1819275"/>
            <a:ext cx="290036" cy="184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34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34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line-31">
            <a:extLst>
              <a:ext uri="{FF2B5EF4-FFF2-40B4-BE49-F238E27FC236}">
                <a16:creationId xmlns:a16="http://schemas.microsoft.com/office/drawing/2014/main" id="{86CC3384-1508-40AC-B981-B01E258E7CEC}"/>
              </a:ext>
            </a:extLst>
          </p:cNvPr>
          <p:cNvSpPr>
            <a:spLocks noGrp="1"/>
          </p:cNvSpPr>
          <p:nvPr/>
        </p:nvSpPr>
        <p:spPr>
          <a:xfrm>
            <a:off x="838200" y="2009299"/>
            <a:ext cx="251936" cy="0"/>
          </a:xfrm>
          <a:prstGeom prst="line">
            <a:avLst/>
          </a:prstGeom>
          <a:noFill/>
          <a:ln w="14288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-32">
            <a:extLst>
              <a:ext uri="{FF2B5EF4-FFF2-40B4-BE49-F238E27FC236}">
                <a16:creationId xmlns:a16="http://schemas.microsoft.com/office/drawing/2014/main" id="{501B8227-6010-4796-889A-A64EFED1B917}"/>
              </a:ext>
            </a:extLst>
          </p:cNvPr>
          <p:cNvSpPr>
            <a:spLocks noGrp="1"/>
          </p:cNvSpPr>
          <p:nvPr/>
        </p:nvSpPr>
        <p:spPr>
          <a:xfrm>
            <a:off x="819150" y="2015299"/>
            <a:ext cx="290036" cy="184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34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34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5" name="text-33">
            <a:extLst>
              <a:ext uri="{FF2B5EF4-FFF2-40B4-BE49-F238E27FC236}">
                <a16:creationId xmlns:a16="http://schemas.microsoft.com/office/drawing/2014/main" id="{E4AFD776-6A8F-4383-B43F-74BDF37907E0}"/>
              </a:ext>
            </a:extLst>
          </p:cNvPr>
          <p:cNvSpPr>
            <a:spLocks noGrp="1"/>
          </p:cNvSpPr>
          <p:nvPr/>
        </p:nvSpPr>
        <p:spPr>
          <a:xfrm>
            <a:off x="1847850" y="1819275"/>
            <a:ext cx="290036" cy="184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34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34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line-34">
            <a:extLst>
              <a:ext uri="{FF2B5EF4-FFF2-40B4-BE49-F238E27FC236}">
                <a16:creationId xmlns:a16="http://schemas.microsoft.com/office/drawing/2014/main" id="{D2869BDA-8347-438E-B177-C3B3DCC53FA8}"/>
              </a:ext>
            </a:extLst>
          </p:cNvPr>
          <p:cNvSpPr>
            <a:spLocks noGrp="1"/>
          </p:cNvSpPr>
          <p:nvPr/>
        </p:nvSpPr>
        <p:spPr>
          <a:xfrm>
            <a:off x="1866900" y="2009299"/>
            <a:ext cx="251936" cy="0"/>
          </a:xfrm>
          <a:prstGeom prst="line">
            <a:avLst/>
          </a:prstGeom>
          <a:noFill/>
          <a:ln w="14288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-35">
            <a:extLst>
              <a:ext uri="{FF2B5EF4-FFF2-40B4-BE49-F238E27FC236}">
                <a16:creationId xmlns:a16="http://schemas.microsoft.com/office/drawing/2014/main" id="{DA48E3EA-2E0C-468B-A0CF-280E2B5942CD}"/>
              </a:ext>
            </a:extLst>
          </p:cNvPr>
          <p:cNvSpPr>
            <a:spLocks noGrp="1"/>
          </p:cNvSpPr>
          <p:nvPr/>
        </p:nvSpPr>
        <p:spPr>
          <a:xfrm>
            <a:off x="1847850" y="2015299"/>
            <a:ext cx="290036" cy="184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34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34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8" name="text-36">
            <a:extLst>
              <a:ext uri="{FF2B5EF4-FFF2-40B4-BE49-F238E27FC236}">
                <a16:creationId xmlns:a16="http://schemas.microsoft.com/office/drawing/2014/main" id="{12297FA1-CD9B-4786-A0DC-2D65D1D94343}"/>
              </a:ext>
            </a:extLst>
          </p:cNvPr>
          <p:cNvSpPr>
            <a:spLocks noGrp="1"/>
          </p:cNvSpPr>
          <p:nvPr/>
        </p:nvSpPr>
        <p:spPr>
          <a:xfrm>
            <a:off x="2876550" y="1819275"/>
            <a:ext cx="290036" cy="184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34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34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9" name="line-37">
            <a:extLst>
              <a:ext uri="{FF2B5EF4-FFF2-40B4-BE49-F238E27FC236}">
                <a16:creationId xmlns:a16="http://schemas.microsoft.com/office/drawing/2014/main" id="{3ABA04F7-0C48-466D-88E0-9CA21006505B}"/>
              </a:ext>
            </a:extLst>
          </p:cNvPr>
          <p:cNvSpPr>
            <a:spLocks noGrp="1"/>
          </p:cNvSpPr>
          <p:nvPr/>
        </p:nvSpPr>
        <p:spPr>
          <a:xfrm>
            <a:off x="2895600" y="2009299"/>
            <a:ext cx="251936" cy="0"/>
          </a:xfrm>
          <a:prstGeom prst="line">
            <a:avLst/>
          </a:prstGeom>
          <a:noFill/>
          <a:ln w="14288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-38">
            <a:extLst>
              <a:ext uri="{FF2B5EF4-FFF2-40B4-BE49-F238E27FC236}">
                <a16:creationId xmlns:a16="http://schemas.microsoft.com/office/drawing/2014/main" id="{48AD084C-9A49-4583-BA4A-ABCF41270A9C}"/>
              </a:ext>
            </a:extLst>
          </p:cNvPr>
          <p:cNvSpPr>
            <a:spLocks noGrp="1"/>
          </p:cNvSpPr>
          <p:nvPr/>
        </p:nvSpPr>
        <p:spPr>
          <a:xfrm>
            <a:off x="2876550" y="2015299"/>
            <a:ext cx="290036" cy="184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34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34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1" name="text-39">
            <a:extLst>
              <a:ext uri="{FF2B5EF4-FFF2-40B4-BE49-F238E27FC236}">
                <a16:creationId xmlns:a16="http://schemas.microsoft.com/office/drawing/2014/main" id="{D35AF541-1576-4FB8-AB7D-3862AE17B653}"/>
              </a:ext>
            </a:extLst>
          </p:cNvPr>
          <p:cNvSpPr>
            <a:spLocks noGrp="1"/>
          </p:cNvSpPr>
          <p:nvPr/>
        </p:nvSpPr>
        <p:spPr>
          <a:xfrm>
            <a:off x="3938588" y="1000125"/>
            <a:ext cx="428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l">
              <a:lnSpc>
                <a:spcPct val="104000"/>
              </a:lnSpc>
              <a:buNone/>
              <a:defRPr sz="120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Q2</a:t>
            </a:r>
          </a:p>
        </p:txBody>
      </p:sp>
      <p:sp>
        <p:nvSpPr>
          <p:cNvPr id="32" name="text-40">
            <a:extLst>
              <a:ext uri="{FF2B5EF4-FFF2-40B4-BE49-F238E27FC236}">
                <a16:creationId xmlns:a16="http://schemas.microsoft.com/office/drawing/2014/main" id="{D8D20FA7-A966-435C-823F-AD514FD3376C}"/>
              </a:ext>
            </a:extLst>
          </p:cNvPr>
          <p:cNvSpPr>
            <a:spLocks noGrp="1"/>
          </p:cNvSpPr>
          <p:nvPr/>
        </p:nvSpPr>
        <p:spPr>
          <a:xfrm>
            <a:off x="6410325" y="1009650"/>
            <a:ext cx="704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r">
              <a:lnSpc>
                <a:spcPct val="104000"/>
              </a:lnSpc>
              <a:buNone/>
              <a:defRPr sz="788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[1 mark]</a:t>
            </a:r>
          </a:p>
        </p:txBody>
      </p:sp>
      <p:sp>
        <p:nvSpPr>
          <p:cNvPr id="33" name="text-41">
            <a:extLst>
              <a:ext uri="{FF2B5EF4-FFF2-40B4-BE49-F238E27FC236}">
                <a16:creationId xmlns:a16="http://schemas.microsoft.com/office/drawing/2014/main" id="{CC4B109C-B229-4F2A-9B18-88CA89B3940A}"/>
              </a:ext>
            </a:extLst>
          </p:cNvPr>
          <p:cNvSpPr>
            <a:spLocks noGrp="1"/>
          </p:cNvSpPr>
          <p:nvPr/>
        </p:nvSpPr>
        <p:spPr>
          <a:xfrm>
            <a:off x="3938588" y="1314450"/>
            <a:ext cx="3214688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l">
              <a:lnSpc>
                <a:spcPct val="104000"/>
              </a:lnSpc>
              <a:buNone/>
              <a:defRPr sz="1013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Circle the smaller unit fraction.</a:t>
            </a:r>
          </a:p>
        </p:txBody>
      </p:sp>
      <p:sp>
        <p:nvSpPr>
          <p:cNvPr id="34" name="text-42">
            <a:extLst>
              <a:ext uri="{FF2B5EF4-FFF2-40B4-BE49-F238E27FC236}">
                <a16:creationId xmlns:a16="http://schemas.microsoft.com/office/drawing/2014/main" id="{FB27B403-2DCC-49B7-93BC-E53019F88150}"/>
              </a:ext>
            </a:extLst>
          </p:cNvPr>
          <p:cNvSpPr>
            <a:spLocks noGrp="1"/>
          </p:cNvSpPr>
          <p:nvPr/>
        </p:nvSpPr>
        <p:spPr>
          <a:xfrm>
            <a:off x="4891088" y="1828800"/>
            <a:ext cx="303848" cy="19278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88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88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5" name="line-43">
            <a:extLst>
              <a:ext uri="{FF2B5EF4-FFF2-40B4-BE49-F238E27FC236}">
                <a16:creationId xmlns:a16="http://schemas.microsoft.com/office/drawing/2014/main" id="{3D1C43F8-5307-44F1-BC35-C33CCA0D7724}"/>
              </a:ext>
            </a:extLst>
          </p:cNvPr>
          <p:cNvSpPr>
            <a:spLocks noGrp="1"/>
          </p:cNvSpPr>
          <p:nvPr/>
        </p:nvSpPr>
        <p:spPr>
          <a:xfrm>
            <a:off x="4910138" y="2027873"/>
            <a:ext cx="265748" cy="0"/>
          </a:xfrm>
          <a:prstGeom prst="line">
            <a:avLst/>
          </a:prstGeom>
          <a:noFill/>
          <a:ln w="14288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6" name="text-44">
            <a:extLst>
              <a:ext uri="{FF2B5EF4-FFF2-40B4-BE49-F238E27FC236}">
                <a16:creationId xmlns:a16="http://schemas.microsoft.com/office/drawing/2014/main" id="{A30FF21D-EE32-499F-8AB9-8C8BB443CE62}"/>
              </a:ext>
            </a:extLst>
          </p:cNvPr>
          <p:cNvSpPr>
            <a:spLocks noGrp="1"/>
          </p:cNvSpPr>
          <p:nvPr/>
        </p:nvSpPr>
        <p:spPr>
          <a:xfrm>
            <a:off x="4891088" y="2034159"/>
            <a:ext cx="303848" cy="19278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88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88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7" name="text-45">
            <a:extLst>
              <a:ext uri="{FF2B5EF4-FFF2-40B4-BE49-F238E27FC236}">
                <a16:creationId xmlns:a16="http://schemas.microsoft.com/office/drawing/2014/main" id="{D1F88911-D0A5-49A7-955D-C5D2B9BBD20A}"/>
              </a:ext>
            </a:extLst>
          </p:cNvPr>
          <p:cNvSpPr>
            <a:spLocks noGrp="1"/>
          </p:cNvSpPr>
          <p:nvPr/>
        </p:nvSpPr>
        <p:spPr>
          <a:xfrm>
            <a:off x="6024563" y="1828800"/>
            <a:ext cx="303848" cy="19278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88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88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8" name="line-46">
            <a:extLst>
              <a:ext uri="{FF2B5EF4-FFF2-40B4-BE49-F238E27FC236}">
                <a16:creationId xmlns:a16="http://schemas.microsoft.com/office/drawing/2014/main" id="{CB5A9A76-B63D-4645-9AAC-427DAAD67234}"/>
              </a:ext>
            </a:extLst>
          </p:cNvPr>
          <p:cNvSpPr>
            <a:spLocks noGrp="1"/>
          </p:cNvSpPr>
          <p:nvPr/>
        </p:nvSpPr>
        <p:spPr>
          <a:xfrm>
            <a:off x="6043613" y="2027873"/>
            <a:ext cx="265748" cy="0"/>
          </a:xfrm>
          <a:prstGeom prst="line">
            <a:avLst/>
          </a:prstGeom>
          <a:noFill/>
          <a:ln w="14288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9" name="text-47">
            <a:extLst>
              <a:ext uri="{FF2B5EF4-FFF2-40B4-BE49-F238E27FC236}">
                <a16:creationId xmlns:a16="http://schemas.microsoft.com/office/drawing/2014/main" id="{6D6BB432-BAF1-4BC4-89B3-4E1097221252}"/>
              </a:ext>
            </a:extLst>
          </p:cNvPr>
          <p:cNvSpPr>
            <a:spLocks noGrp="1"/>
          </p:cNvSpPr>
          <p:nvPr/>
        </p:nvSpPr>
        <p:spPr>
          <a:xfrm>
            <a:off x="6024563" y="2034159"/>
            <a:ext cx="303848" cy="19278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88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88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0" name="text-48">
            <a:extLst>
              <a:ext uri="{FF2B5EF4-FFF2-40B4-BE49-F238E27FC236}">
                <a16:creationId xmlns:a16="http://schemas.microsoft.com/office/drawing/2014/main" id="{62380AED-DFED-4DB2-BD1B-B745C327AF72}"/>
              </a:ext>
            </a:extLst>
          </p:cNvPr>
          <p:cNvSpPr>
            <a:spLocks noGrp="1"/>
          </p:cNvSpPr>
          <p:nvPr/>
        </p:nvSpPr>
        <p:spPr>
          <a:xfrm>
            <a:off x="400050" y="2981325"/>
            <a:ext cx="428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l">
              <a:lnSpc>
                <a:spcPct val="104000"/>
              </a:lnSpc>
              <a:buNone/>
              <a:defRPr sz="120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Q3</a:t>
            </a:r>
          </a:p>
        </p:txBody>
      </p:sp>
      <p:sp>
        <p:nvSpPr>
          <p:cNvPr id="41" name="text-49">
            <a:extLst>
              <a:ext uri="{FF2B5EF4-FFF2-40B4-BE49-F238E27FC236}">
                <a16:creationId xmlns:a16="http://schemas.microsoft.com/office/drawing/2014/main" id="{AB16C2DD-98BA-4373-810C-83F9B0315AF0}"/>
              </a:ext>
            </a:extLst>
          </p:cNvPr>
          <p:cNvSpPr>
            <a:spLocks noGrp="1"/>
          </p:cNvSpPr>
          <p:nvPr/>
        </p:nvSpPr>
        <p:spPr>
          <a:xfrm>
            <a:off x="2871788" y="2990850"/>
            <a:ext cx="704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r">
              <a:lnSpc>
                <a:spcPct val="104000"/>
              </a:lnSpc>
              <a:buNone/>
              <a:defRPr sz="788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[2 marks]</a:t>
            </a:r>
          </a:p>
        </p:txBody>
      </p:sp>
      <p:sp>
        <p:nvSpPr>
          <p:cNvPr id="42" name="text-50">
            <a:extLst>
              <a:ext uri="{FF2B5EF4-FFF2-40B4-BE49-F238E27FC236}">
                <a16:creationId xmlns:a16="http://schemas.microsoft.com/office/drawing/2014/main" id="{FAA75333-B5C6-494A-B37E-F7A37557476A}"/>
              </a:ext>
            </a:extLst>
          </p:cNvPr>
          <p:cNvSpPr>
            <a:spLocks noGrp="1"/>
          </p:cNvSpPr>
          <p:nvPr/>
        </p:nvSpPr>
        <p:spPr>
          <a:xfrm>
            <a:off x="400050" y="3295650"/>
            <a:ext cx="3214688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l">
              <a:lnSpc>
                <a:spcPct val="104000"/>
              </a:lnSpc>
              <a:buNone/>
              <a:defRPr sz="990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90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Write each shaded fraction. Then write &lt;, &gt; or = in the box.</a:t>
            </a:r>
          </a:p>
        </p:txBody>
      </p:sp>
      <p:sp>
        <p:nvSpPr>
          <p:cNvPr id="43" name="rect-51">
            <a:extLst>
              <a:ext uri="{FF2B5EF4-FFF2-40B4-BE49-F238E27FC236}">
                <a16:creationId xmlns:a16="http://schemas.microsoft.com/office/drawing/2014/main" id="{73618595-5200-4725-96A1-B241020D8CBB}"/>
              </a:ext>
            </a:extLst>
          </p:cNvPr>
          <p:cNvSpPr>
            <a:spLocks noGrp="1"/>
          </p:cNvSpPr>
          <p:nvPr/>
        </p:nvSpPr>
        <p:spPr>
          <a:xfrm>
            <a:off x="514350" y="3867150"/>
            <a:ext cx="257175" cy="361950"/>
          </a:xfrm>
          <a:prstGeom prst="rect">
            <a:avLst/>
          </a:prstGeom>
          <a:solidFill>
            <a:srgbClr val="CBD5E1"/>
          </a:solidFill>
          <a:ln w="8573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rect-52">
            <a:extLst>
              <a:ext uri="{FF2B5EF4-FFF2-40B4-BE49-F238E27FC236}">
                <a16:creationId xmlns:a16="http://schemas.microsoft.com/office/drawing/2014/main" id="{B2F6A316-34F7-4C11-ACF5-8B7A2CD23A4F}"/>
              </a:ext>
            </a:extLst>
          </p:cNvPr>
          <p:cNvSpPr>
            <a:spLocks noGrp="1"/>
          </p:cNvSpPr>
          <p:nvPr/>
        </p:nvSpPr>
        <p:spPr>
          <a:xfrm>
            <a:off x="771525" y="3867150"/>
            <a:ext cx="257175" cy="361950"/>
          </a:xfrm>
          <a:prstGeom prst="rect">
            <a:avLst/>
          </a:prstGeom>
          <a:solidFill>
            <a:srgbClr val="CBD5E1"/>
          </a:solidFill>
          <a:ln w="8573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5" name="rect-53">
            <a:extLst>
              <a:ext uri="{FF2B5EF4-FFF2-40B4-BE49-F238E27FC236}">
                <a16:creationId xmlns:a16="http://schemas.microsoft.com/office/drawing/2014/main" id="{2EB91A92-8928-470D-97B8-B7028E8D0EB7}"/>
              </a:ext>
            </a:extLst>
          </p:cNvPr>
          <p:cNvSpPr>
            <a:spLocks noGrp="1"/>
          </p:cNvSpPr>
          <p:nvPr/>
        </p:nvSpPr>
        <p:spPr>
          <a:xfrm>
            <a:off x="1028700" y="3867150"/>
            <a:ext cx="257175" cy="361950"/>
          </a:xfrm>
          <a:prstGeom prst="rect">
            <a:avLst/>
          </a:prstGeom>
          <a:solidFill>
            <a:srgbClr val="CBD5E1"/>
          </a:solidFill>
          <a:ln w="8573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6" name="rect-54">
            <a:extLst>
              <a:ext uri="{FF2B5EF4-FFF2-40B4-BE49-F238E27FC236}">
                <a16:creationId xmlns:a16="http://schemas.microsoft.com/office/drawing/2014/main" id="{E63D4E26-056A-4B72-A85E-CE12A35B833C}"/>
              </a:ext>
            </a:extLst>
          </p:cNvPr>
          <p:cNvSpPr>
            <a:spLocks noGrp="1"/>
          </p:cNvSpPr>
          <p:nvPr/>
        </p:nvSpPr>
        <p:spPr>
          <a:xfrm>
            <a:off x="1285875" y="3867150"/>
            <a:ext cx="257175" cy="361950"/>
          </a:xfrm>
          <a:prstGeom prst="rect">
            <a:avLst/>
          </a:prstGeom>
          <a:solidFill>
            <a:srgbClr val="FFFFFF"/>
          </a:solidFill>
          <a:ln w="8573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7" name="rect-55">
            <a:extLst>
              <a:ext uri="{FF2B5EF4-FFF2-40B4-BE49-F238E27FC236}">
                <a16:creationId xmlns:a16="http://schemas.microsoft.com/office/drawing/2014/main" id="{ACBC395D-5789-4159-83DB-5C6668098EF6}"/>
              </a:ext>
            </a:extLst>
          </p:cNvPr>
          <p:cNvSpPr>
            <a:spLocks noGrp="1"/>
          </p:cNvSpPr>
          <p:nvPr/>
        </p:nvSpPr>
        <p:spPr>
          <a:xfrm>
            <a:off x="1543050" y="3867150"/>
            <a:ext cx="257175" cy="361950"/>
          </a:xfrm>
          <a:prstGeom prst="rect">
            <a:avLst/>
          </a:prstGeom>
          <a:solidFill>
            <a:srgbClr val="FFFFFF"/>
          </a:solidFill>
          <a:ln w="8573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8" name="rect-56">
            <a:extLst>
              <a:ext uri="{FF2B5EF4-FFF2-40B4-BE49-F238E27FC236}">
                <a16:creationId xmlns:a16="http://schemas.microsoft.com/office/drawing/2014/main" id="{759F123F-395F-45E5-A9BD-DF7B9053CCDB}"/>
              </a:ext>
            </a:extLst>
          </p:cNvPr>
          <p:cNvSpPr>
            <a:spLocks noGrp="1"/>
          </p:cNvSpPr>
          <p:nvPr/>
        </p:nvSpPr>
        <p:spPr>
          <a:xfrm>
            <a:off x="2209800" y="3867150"/>
            <a:ext cx="257175" cy="361950"/>
          </a:xfrm>
          <a:prstGeom prst="rect">
            <a:avLst/>
          </a:prstGeom>
          <a:solidFill>
            <a:srgbClr val="CBD5E1"/>
          </a:solidFill>
          <a:ln w="8573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9" name="rect-57">
            <a:extLst>
              <a:ext uri="{FF2B5EF4-FFF2-40B4-BE49-F238E27FC236}">
                <a16:creationId xmlns:a16="http://schemas.microsoft.com/office/drawing/2014/main" id="{54BA13AA-A8BA-4250-AB5B-AE7D63CBE462}"/>
              </a:ext>
            </a:extLst>
          </p:cNvPr>
          <p:cNvSpPr>
            <a:spLocks noGrp="1"/>
          </p:cNvSpPr>
          <p:nvPr/>
        </p:nvSpPr>
        <p:spPr>
          <a:xfrm>
            <a:off x="2466975" y="3867150"/>
            <a:ext cx="257175" cy="361950"/>
          </a:xfrm>
          <a:prstGeom prst="rect">
            <a:avLst/>
          </a:prstGeom>
          <a:solidFill>
            <a:srgbClr val="CBD5E1"/>
          </a:solidFill>
          <a:ln w="8573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" name="rect-58">
            <a:extLst>
              <a:ext uri="{FF2B5EF4-FFF2-40B4-BE49-F238E27FC236}">
                <a16:creationId xmlns:a16="http://schemas.microsoft.com/office/drawing/2014/main" id="{CE66F992-FCC0-4826-B4D3-E785E4291F35}"/>
              </a:ext>
            </a:extLst>
          </p:cNvPr>
          <p:cNvSpPr>
            <a:spLocks noGrp="1"/>
          </p:cNvSpPr>
          <p:nvPr/>
        </p:nvSpPr>
        <p:spPr>
          <a:xfrm>
            <a:off x="2724150" y="3867150"/>
            <a:ext cx="257175" cy="361950"/>
          </a:xfrm>
          <a:prstGeom prst="rect">
            <a:avLst/>
          </a:prstGeom>
          <a:solidFill>
            <a:srgbClr val="CBD5E1"/>
          </a:solidFill>
          <a:ln w="8573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1" name="rect-59">
            <a:extLst>
              <a:ext uri="{FF2B5EF4-FFF2-40B4-BE49-F238E27FC236}">
                <a16:creationId xmlns:a16="http://schemas.microsoft.com/office/drawing/2014/main" id="{57452DAD-5112-452A-A84D-D2E37F96487A}"/>
              </a:ext>
            </a:extLst>
          </p:cNvPr>
          <p:cNvSpPr>
            <a:spLocks noGrp="1"/>
          </p:cNvSpPr>
          <p:nvPr/>
        </p:nvSpPr>
        <p:spPr>
          <a:xfrm>
            <a:off x="2981325" y="3867150"/>
            <a:ext cx="257175" cy="361950"/>
          </a:xfrm>
          <a:prstGeom prst="rect">
            <a:avLst/>
          </a:prstGeom>
          <a:solidFill>
            <a:srgbClr val="CBD5E1"/>
          </a:solidFill>
          <a:ln w="8573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2" name="rect-60">
            <a:extLst>
              <a:ext uri="{FF2B5EF4-FFF2-40B4-BE49-F238E27FC236}">
                <a16:creationId xmlns:a16="http://schemas.microsoft.com/office/drawing/2014/main" id="{12915A84-6679-4410-AC6D-5DC195625951}"/>
              </a:ext>
            </a:extLst>
          </p:cNvPr>
          <p:cNvSpPr>
            <a:spLocks noGrp="1"/>
          </p:cNvSpPr>
          <p:nvPr/>
        </p:nvSpPr>
        <p:spPr>
          <a:xfrm>
            <a:off x="3238500" y="3867150"/>
            <a:ext cx="257175" cy="361950"/>
          </a:xfrm>
          <a:prstGeom prst="rect">
            <a:avLst/>
          </a:prstGeom>
          <a:solidFill>
            <a:srgbClr val="FFFFFF"/>
          </a:solidFill>
          <a:ln w="8573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3" name="rect-61">
            <a:extLst>
              <a:ext uri="{FF2B5EF4-FFF2-40B4-BE49-F238E27FC236}">
                <a16:creationId xmlns:a16="http://schemas.microsoft.com/office/drawing/2014/main" id="{2E4BE404-4083-40C0-B485-BBF2EB986004}"/>
              </a:ext>
            </a:extLst>
          </p:cNvPr>
          <p:cNvSpPr>
            <a:spLocks noGrp="1"/>
          </p:cNvSpPr>
          <p:nvPr/>
        </p:nvSpPr>
        <p:spPr>
          <a:xfrm>
            <a:off x="1019175" y="4524375"/>
            <a:ext cx="200025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4" name="line-62">
            <a:extLst>
              <a:ext uri="{FF2B5EF4-FFF2-40B4-BE49-F238E27FC236}">
                <a16:creationId xmlns:a16="http://schemas.microsoft.com/office/drawing/2014/main" id="{4AF25DF8-555E-46BC-8722-91E0A0BFF308}"/>
              </a:ext>
            </a:extLst>
          </p:cNvPr>
          <p:cNvSpPr>
            <a:spLocks noGrp="1"/>
          </p:cNvSpPr>
          <p:nvPr/>
        </p:nvSpPr>
        <p:spPr>
          <a:xfrm>
            <a:off x="990600" y="4695825"/>
            <a:ext cx="257175" cy="0"/>
          </a:xfrm>
          <a:prstGeom prst="line">
            <a:avLst/>
          </a:prstGeom>
          <a:noFill/>
          <a:ln w="14288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5" name="text-63">
            <a:extLst>
              <a:ext uri="{FF2B5EF4-FFF2-40B4-BE49-F238E27FC236}">
                <a16:creationId xmlns:a16="http://schemas.microsoft.com/office/drawing/2014/main" id="{663D0848-B45D-4098-85FB-FC787354CB64}"/>
              </a:ext>
            </a:extLst>
          </p:cNvPr>
          <p:cNvSpPr>
            <a:spLocks noGrp="1"/>
          </p:cNvSpPr>
          <p:nvPr/>
        </p:nvSpPr>
        <p:spPr>
          <a:xfrm>
            <a:off x="971550" y="4701540"/>
            <a:ext cx="295275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080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80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6" name="rect-64">
            <a:extLst>
              <a:ext uri="{FF2B5EF4-FFF2-40B4-BE49-F238E27FC236}">
                <a16:creationId xmlns:a16="http://schemas.microsoft.com/office/drawing/2014/main" id="{F15EDB9A-3FDC-4178-B45A-A092C76F9B0B}"/>
              </a:ext>
            </a:extLst>
          </p:cNvPr>
          <p:cNvSpPr>
            <a:spLocks noGrp="1"/>
          </p:cNvSpPr>
          <p:nvPr/>
        </p:nvSpPr>
        <p:spPr>
          <a:xfrm>
            <a:off x="1809750" y="4610100"/>
            <a:ext cx="381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7" name="rect-65">
            <a:extLst>
              <a:ext uri="{FF2B5EF4-FFF2-40B4-BE49-F238E27FC236}">
                <a16:creationId xmlns:a16="http://schemas.microsoft.com/office/drawing/2014/main" id="{3C4E963E-8DBA-4574-9CCD-70547F3D938A}"/>
              </a:ext>
            </a:extLst>
          </p:cNvPr>
          <p:cNvSpPr>
            <a:spLocks noGrp="1"/>
          </p:cNvSpPr>
          <p:nvPr/>
        </p:nvSpPr>
        <p:spPr>
          <a:xfrm>
            <a:off x="2714625" y="4524375"/>
            <a:ext cx="200025" cy="15240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8" name="line-66">
            <a:extLst>
              <a:ext uri="{FF2B5EF4-FFF2-40B4-BE49-F238E27FC236}">
                <a16:creationId xmlns:a16="http://schemas.microsoft.com/office/drawing/2014/main" id="{D4613C3D-370C-4E46-A1D9-A36F90F42ADF}"/>
              </a:ext>
            </a:extLst>
          </p:cNvPr>
          <p:cNvSpPr>
            <a:spLocks noGrp="1"/>
          </p:cNvSpPr>
          <p:nvPr/>
        </p:nvSpPr>
        <p:spPr>
          <a:xfrm>
            <a:off x="2686050" y="4695825"/>
            <a:ext cx="257175" cy="0"/>
          </a:xfrm>
          <a:prstGeom prst="line">
            <a:avLst/>
          </a:prstGeom>
          <a:noFill/>
          <a:ln w="14288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9" name="text-67">
            <a:extLst>
              <a:ext uri="{FF2B5EF4-FFF2-40B4-BE49-F238E27FC236}">
                <a16:creationId xmlns:a16="http://schemas.microsoft.com/office/drawing/2014/main" id="{5A3DC937-5D87-4ADF-827F-FF094461900D}"/>
              </a:ext>
            </a:extLst>
          </p:cNvPr>
          <p:cNvSpPr>
            <a:spLocks noGrp="1"/>
          </p:cNvSpPr>
          <p:nvPr/>
        </p:nvSpPr>
        <p:spPr>
          <a:xfrm>
            <a:off x="2667000" y="4701540"/>
            <a:ext cx="295275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080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80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60" name="text-68">
            <a:extLst>
              <a:ext uri="{FF2B5EF4-FFF2-40B4-BE49-F238E27FC236}">
                <a16:creationId xmlns:a16="http://schemas.microsoft.com/office/drawing/2014/main" id="{3187FDB7-1F46-4743-BDDB-71B4CCB650AC}"/>
              </a:ext>
            </a:extLst>
          </p:cNvPr>
          <p:cNvSpPr>
            <a:spLocks noGrp="1"/>
          </p:cNvSpPr>
          <p:nvPr/>
        </p:nvSpPr>
        <p:spPr>
          <a:xfrm>
            <a:off x="3938588" y="2981325"/>
            <a:ext cx="428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l">
              <a:lnSpc>
                <a:spcPct val="104000"/>
              </a:lnSpc>
              <a:buNone/>
              <a:defRPr sz="120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Q4</a:t>
            </a:r>
          </a:p>
        </p:txBody>
      </p:sp>
      <p:sp>
        <p:nvSpPr>
          <p:cNvPr id="61" name="text-69">
            <a:extLst>
              <a:ext uri="{FF2B5EF4-FFF2-40B4-BE49-F238E27FC236}">
                <a16:creationId xmlns:a16="http://schemas.microsoft.com/office/drawing/2014/main" id="{A3AB89A9-2F77-46A6-B367-E5408A3E79B0}"/>
              </a:ext>
            </a:extLst>
          </p:cNvPr>
          <p:cNvSpPr>
            <a:spLocks noGrp="1"/>
          </p:cNvSpPr>
          <p:nvPr/>
        </p:nvSpPr>
        <p:spPr>
          <a:xfrm>
            <a:off x="6410325" y="2990850"/>
            <a:ext cx="704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r">
              <a:lnSpc>
                <a:spcPct val="104000"/>
              </a:lnSpc>
              <a:buNone/>
              <a:defRPr sz="788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[2 marks]</a:t>
            </a:r>
          </a:p>
        </p:txBody>
      </p:sp>
      <p:sp>
        <p:nvSpPr>
          <p:cNvPr id="62" name="text-70">
            <a:extLst>
              <a:ext uri="{FF2B5EF4-FFF2-40B4-BE49-F238E27FC236}">
                <a16:creationId xmlns:a16="http://schemas.microsoft.com/office/drawing/2014/main" id="{5C3106B1-8D9C-41C4-BCF9-912088C51924}"/>
              </a:ext>
            </a:extLst>
          </p:cNvPr>
          <p:cNvSpPr>
            <a:spLocks noGrp="1"/>
          </p:cNvSpPr>
          <p:nvPr/>
        </p:nvSpPr>
        <p:spPr>
          <a:xfrm>
            <a:off x="3938588" y="3295650"/>
            <a:ext cx="3214688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l">
              <a:lnSpc>
                <a:spcPct val="104000"/>
              </a:lnSpc>
              <a:buNone/>
              <a:defRPr sz="990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90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Each small section is one sixth. Write the shaded amount as a mixed numeral and as an improper fraction.</a:t>
            </a:r>
          </a:p>
        </p:txBody>
      </p:sp>
      <p:sp>
        <p:nvSpPr>
          <p:cNvPr id="63" name="rect-71">
            <a:extLst>
              <a:ext uri="{FF2B5EF4-FFF2-40B4-BE49-F238E27FC236}">
                <a16:creationId xmlns:a16="http://schemas.microsoft.com/office/drawing/2014/main" id="{5B2C6069-8617-49BE-A8EE-BD3D82657898}"/>
              </a:ext>
            </a:extLst>
          </p:cNvPr>
          <p:cNvSpPr>
            <a:spLocks noGrp="1"/>
          </p:cNvSpPr>
          <p:nvPr/>
        </p:nvSpPr>
        <p:spPr>
          <a:xfrm>
            <a:off x="4090988" y="4038600"/>
            <a:ext cx="242888" cy="457200"/>
          </a:xfrm>
          <a:prstGeom prst="rect">
            <a:avLst/>
          </a:prstGeom>
          <a:solidFill>
            <a:srgbClr val="CBD5E1"/>
          </a:solidFill>
          <a:ln w="8573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4" name="rect-72">
            <a:extLst>
              <a:ext uri="{FF2B5EF4-FFF2-40B4-BE49-F238E27FC236}">
                <a16:creationId xmlns:a16="http://schemas.microsoft.com/office/drawing/2014/main" id="{9142724D-6AA8-40E8-9119-DD1AF1508C05}"/>
              </a:ext>
            </a:extLst>
          </p:cNvPr>
          <p:cNvSpPr>
            <a:spLocks noGrp="1"/>
          </p:cNvSpPr>
          <p:nvPr/>
        </p:nvSpPr>
        <p:spPr>
          <a:xfrm>
            <a:off x="4333875" y="4038600"/>
            <a:ext cx="242888" cy="457200"/>
          </a:xfrm>
          <a:prstGeom prst="rect">
            <a:avLst/>
          </a:prstGeom>
          <a:solidFill>
            <a:srgbClr val="CBD5E1"/>
          </a:solidFill>
          <a:ln w="8573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5" name="rect-73">
            <a:extLst>
              <a:ext uri="{FF2B5EF4-FFF2-40B4-BE49-F238E27FC236}">
                <a16:creationId xmlns:a16="http://schemas.microsoft.com/office/drawing/2014/main" id="{9744CD51-DBA6-4909-BBB2-FB1930193F6C}"/>
              </a:ext>
            </a:extLst>
          </p:cNvPr>
          <p:cNvSpPr>
            <a:spLocks noGrp="1"/>
          </p:cNvSpPr>
          <p:nvPr/>
        </p:nvSpPr>
        <p:spPr>
          <a:xfrm>
            <a:off x="4576763" y="4038600"/>
            <a:ext cx="242888" cy="457200"/>
          </a:xfrm>
          <a:prstGeom prst="rect">
            <a:avLst/>
          </a:prstGeom>
          <a:solidFill>
            <a:srgbClr val="CBD5E1"/>
          </a:solidFill>
          <a:ln w="8573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6" name="rect-74">
            <a:extLst>
              <a:ext uri="{FF2B5EF4-FFF2-40B4-BE49-F238E27FC236}">
                <a16:creationId xmlns:a16="http://schemas.microsoft.com/office/drawing/2014/main" id="{F9D8847E-3BB6-4233-B801-DC86D7C7FAFF}"/>
              </a:ext>
            </a:extLst>
          </p:cNvPr>
          <p:cNvSpPr>
            <a:spLocks noGrp="1"/>
          </p:cNvSpPr>
          <p:nvPr/>
        </p:nvSpPr>
        <p:spPr>
          <a:xfrm>
            <a:off x="4819650" y="4038600"/>
            <a:ext cx="242888" cy="457200"/>
          </a:xfrm>
          <a:prstGeom prst="rect">
            <a:avLst/>
          </a:prstGeom>
          <a:solidFill>
            <a:srgbClr val="CBD5E1"/>
          </a:solidFill>
          <a:ln w="8573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7" name="rect-75">
            <a:extLst>
              <a:ext uri="{FF2B5EF4-FFF2-40B4-BE49-F238E27FC236}">
                <a16:creationId xmlns:a16="http://schemas.microsoft.com/office/drawing/2014/main" id="{136CDE5E-C524-44E3-B821-E594161B7893}"/>
              </a:ext>
            </a:extLst>
          </p:cNvPr>
          <p:cNvSpPr>
            <a:spLocks noGrp="1"/>
          </p:cNvSpPr>
          <p:nvPr/>
        </p:nvSpPr>
        <p:spPr>
          <a:xfrm>
            <a:off x="5062538" y="4038600"/>
            <a:ext cx="242888" cy="457200"/>
          </a:xfrm>
          <a:prstGeom prst="rect">
            <a:avLst/>
          </a:prstGeom>
          <a:solidFill>
            <a:srgbClr val="CBD5E1"/>
          </a:solidFill>
          <a:ln w="8573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8" name="rect-76">
            <a:extLst>
              <a:ext uri="{FF2B5EF4-FFF2-40B4-BE49-F238E27FC236}">
                <a16:creationId xmlns:a16="http://schemas.microsoft.com/office/drawing/2014/main" id="{087309A0-BBFC-4603-95A5-169EE7B78293}"/>
              </a:ext>
            </a:extLst>
          </p:cNvPr>
          <p:cNvSpPr>
            <a:spLocks noGrp="1"/>
          </p:cNvSpPr>
          <p:nvPr/>
        </p:nvSpPr>
        <p:spPr>
          <a:xfrm>
            <a:off x="5305425" y="4038600"/>
            <a:ext cx="242888" cy="457200"/>
          </a:xfrm>
          <a:prstGeom prst="rect">
            <a:avLst/>
          </a:prstGeom>
          <a:solidFill>
            <a:srgbClr val="CBD5E1"/>
          </a:solidFill>
          <a:ln w="8573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9" name="rect-77">
            <a:extLst>
              <a:ext uri="{FF2B5EF4-FFF2-40B4-BE49-F238E27FC236}">
                <a16:creationId xmlns:a16="http://schemas.microsoft.com/office/drawing/2014/main" id="{87FE1C2B-26B8-40E1-BC3D-5CFD4DAB6578}"/>
              </a:ext>
            </a:extLst>
          </p:cNvPr>
          <p:cNvSpPr>
            <a:spLocks noGrp="1"/>
          </p:cNvSpPr>
          <p:nvPr/>
        </p:nvSpPr>
        <p:spPr>
          <a:xfrm>
            <a:off x="5548313" y="4038600"/>
            <a:ext cx="242888" cy="457200"/>
          </a:xfrm>
          <a:prstGeom prst="rect">
            <a:avLst/>
          </a:prstGeom>
          <a:solidFill>
            <a:srgbClr val="CBD5E1"/>
          </a:solidFill>
          <a:ln w="8573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0" name="rect-78">
            <a:extLst>
              <a:ext uri="{FF2B5EF4-FFF2-40B4-BE49-F238E27FC236}">
                <a16:creationId xmlns:a16="http://schemas.microsoft.com/office/drawing/2014/main" id="{44344CC7-4376-4438-B19E-5636E8D1DF3E}"/>
              </a:ext>
            </a:extLst>
          </p:cNvPr>
          <p:cNvSpPr>
            <a:spLocks noGrp="1"/>
          </p:cNvSpPr>
          <p:nvPr/>
        </p:nvSpPr>
        <p:spPr>
          <a:xfrm>
            <a:off x="5791200" y="4038600"/>
            <a:ext cx="242888" cy="457200"/>
          </a:xfrm>
          <a:prstGeom prst="rect">
            <a:avLst/>
          </a:prstGeom>
          <a:solidFill>
            <a:srgbClr val="CBD5E1"/>
          </a:solidFill>
          <a:ln w="8573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1" name="rect-79">
            <a:extLst>
              <a:ext uri="{FF2B5EF4-FFF2-40B4-BE49-F238E27FC236}">
                <a16:creationId xmlns:a16="http://schemas.microsoft.com/office/drawing/2014/main" id="{0B9B8A91-3A4C-4390-92C8-D8594D1D2EAB}"/>
              </a:ext>
            </a:extLst>
          </p:cNvPr>
          <p:cNvSpPr>
            <a:spLocks noGrp="1"/>
          </p:cNvSpPr>
          <p:nvPr/>
        </p:nvSpPr>
        <p:spPr>
          <a:xfrm>
            <a:off x="6034088" y="4038600"/>
            <a:ext cx="242888" cy="457200"/>
          </a:xfrm>
          <a:prstGeom prst="rect">
            <a:avLst/>
          </a:prstGeom>
          <a:solidFill>
            <a:srgbClr val="CBD5E1"/>
          </a:solidFill>
          <a:ln w="8573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2" name="rect-80">
            <a:extLst>
              <a:ext uri="{FF2B5EF4-FFF2-40B4-BE49-F238E27FC236}">
                <a16:creationId xmlns:a16="http://schemas.microsoft.com/office/drawing/2014/main" id="{ACC39826-894A-47F9-BC26-DBE34D9F7FA0}"/>
              </a:ext>
            </a:extLst>
          </p:cNvPr>
          <p:cNvSpPr>
            <a:spLocks noGrp="1"/>
          </p:cNvSpPr>
          <p:nvPr/>
        </p:nvSpPr>
        <p:spPr>
          <a:xfrm>
            <a:off x="6276975" y="4038600"/>
            <a:ext cx="242888" cy="457200"/>
          </a:xfrm>
          <a:prstGeom prst="rect">
            <a:avLst/>
          </a:prstGeom>
          <a:solidFill>
            <a:srgbClr val="CBD5E1"/>
          </a:solidFill>
          <a:ln w="8573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3" name="rect-81">
            <a:extLst>
              <a:ext uri="{FF2B5EF4-FFF2-40B4-BE49-F238E27FC236}">
                <a16:creationId xmlns:a16="http://schemas.microsoft.com/office/drawing/2014/main" id="{BB8B48D5-5200-4E75-94E8-230B5647150D}"/>
              </a:ext>
            </a:extLst>
          </p:cNvPr>
          <p:cNvSpPr>
            <a:spLocks noGrp="1"/>
          </p:cNvSpPr>
          <p:nvPr/>
        </p:nvSpPr>
        <p:spPr>
          <a:xfrm>
            <a:off x="6519863" y="4038600"/>
            <a:ext cx="242888" cy="457200"/>
          </a:xfrm>
          <a:prstGeom prst="rect">
            <a:avLst/>
          </a:prstGeom>
          <a:solidFill>
            <a:srgbClr val="FFFFFF"/>
          </a:solidFill>
          <a:ln w="8573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4" name="rect-82">
            <a:extLst>
              <a:ext uri="{FF2B5EF4-FFF2-40B4-BE49-F238E27FC236}">
                <a16:creationId xmlns:a16="http://schemas.microsoft.com/office/drawing/2014/main" id="{CDE173D2-B934-4F0A-AB1C-B51CE18DED0E}"/>
              </a:ext>
            </a:extLst>
          </p:cNvPr>
          <p:cNvSpPr>
            <a:spLocks noGrp="1"/>
          </p:cNvSpPr>
          <p:nvPr/>
        </p:nvSpPr>
        <p:spPr>
          <a:xfrm>
            <a:off x="6762750" y="4038600"/>
            <a:ext cx="242888" cy="457200"/>
          </a:xfrm>
          <a:prstGeom prst="rect">
            <a:avLst/>
          </a:prstGeom>
          <a:solidFill>
            <a:srgbClr val="FFFFFF"/>
          </a:solidFill>
          <a:ln w="8573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5" name="line-83">
            <a:extLst>
              <a:ext uri="{FF2B5EF4-FFF2-40B4-BE49-F238E27FC236}">
                <a16:creationId xmlns:a16="http://schemas.microsoft.com/office/drawing/2014/main" id="{05D09832-B5C4-4849-834D-D3AEF200D4B3}"/>
              </a:ext>
            </a:extLst>
          </p:cNvPr>
          <p:cNvSpPr>
            <a:spLocks noGrp="1"/>
          </p:cNvSpPr>
          <p:nvPr/>
        </p:nvSpPr>
        <p:spPr>
          <a:xfrm>
            <a:off x="5548313" y="4029075"/>
            <a:ext cx="0" cy="476250"/>
          </a:xfrm>
          <a:prstGeom prst="line">
            <a:avLst/>
          </a:prstGeom>
          <a:noFill/>
          <a:ln w="20003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6" name="text-84">
            <a:extLst>
              <a:ext uri="{FF2B5EF4-FFF2-40B4-BE49-F238E27FC236}">
                <a16:creationId xmlns:a16="http://schemas.microsoft.com/office/drawing/2014/main" id="{67CD282F-C6B3-42FC-BF77-449679B14272}"/>
              </a:ext>
            </a:extLst>
          </p:cNvPr>
          <p:cNvSpPr>
            <a:spLocks noGrp="1"/>
          </p:cNvSpPr>
          <p:nvPr/>
        </p:nvSpPr>
        <p:spPr>
          <a:xfrm>
            <a:off x="3995738" y="4543425"/>
            <a:ext cx="19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ctr">
              <a:lnSpc>
                <a:spcPct val="104000"/>
              </a:lnSpc>
              <a:buNone/>
              <a:defRPr sz="788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77" name="text-85">
            <a:extLst>
              <a:ext uri="{FF2B5EF4-FFF2-40B4-BE49-F238E27FC236}">
                <a16:creationId xmlns:a16="http://schemas.microsoft.com/office/drawing/2014/main" id="{9BB442EE-9B20-44D6-AF9E-F30C1AF9728F}"/>
              </a:ext>
            </a:extLst>
          </p:cNvPr>
          <p:cNvSpPr>
            <a:spLocks noGrp="1"/>
          </p:cNvSpPr>
          <p:nvPr/>
        </p:nvSpPr>
        <p:spPr>
          <a:xfrm>
            <a:off x="5453063" y="4543425"/>
            <a:ext cx="19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ctr">
              <a:lnSpc>
                <a:spcPct val="104000"/>
              </a:lnSpc>
              <a:buNone/>
              <a:defRPr sz="788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8" name="text-86">
            <a:extLst>
              <a:ext uri="{FF2B5EF4-FFF2-40B4-BE49-F238E27FC236}">
                <a16:creationId xmlns:a16="http://schemas.microsoft.com/office/drawing/2014/main" id="{11DEA1AA-B3E5-43EE-8B01-A381B15CF86B}"/>
              </a:ext>
            </a:extLst>
          </p:cNvPr>
          <p:cNvSpPr>
            <a:spLocks noGrp="1"/>
          </p:cNvSpPr>
          <p:nvPr/>
        </p:nvSpPr>
        <p:spPr>
          <a:xfrm>
            <a:off x="6910388" y="4543425"/>
            <a:ext cx="19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ctr">
              <a:lnSpc>
                <a:spcPct val="104000"/>
              </a:lnSpc>
              <a:buNone/>
              <a:defRPr sz="788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9" name="text-87">
            <a:extLst>
              <a:ext uri="{FF2B5EF4-FFF2-40B4-BE49-F238E27FC236}">
                <a16:creationId xmlns:a16="http://schemas.microsoft.com/office/drawing/2014/main" id="{A30C597F-B147-4C78-BFF1-7C8260312546}"/>
              </a:ext>
            </a:extLst>
          </p:cNvPr>
          <p:cNvSpPr>
            <a:spLocks noGrp="1"/>
          </p:cNvSpPr>
          <p:nvPr/>
        </p:nvSpPr>
        <p:spPr>
          <a:xfrm>
            <a:off x="4090988" y="472440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l">
              <a:lnSpc>
                <a:spcPct val="104000"/>
              </a:lnSpc>
              <a:buNone/>
              <a:defRPr sz="863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Mixed numeral</a:t>
            </a:r>
          </a:p>
        </p:txBody>
      </p:sp>
      <p:sp>
        <p:nvSpPr>
          <p:cNvPr id="80" name="text-88">
            <a:extLst>
              <a:ext uri="{FF2B5EF4-FFF2-40B4-BE49-F238E27FC236}">
                <a16:creationId xmlns:a16="http://schemas.microsoft.com/office/drawing/2014/main" id="{02B8B3D8-E24B-424F-9339-7C6EAF41774F}"/>
              </a:ext>
            </a:extLst>
          </p:cNvPr>
          <p:cNvSpPr>
            <a:spLocks noGrp="1"/>
          </p:cNvSpPr>
          <p:nvPr/>
        </p:nvSpPr>
        <p:spPr>
          <a:xfrm>
            <a:off x="5672138" y="472440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l">
              <a:lnSpc>
                <a:spcPct val="104000"/>
              </a:lnSpc>
              <a:buNone/>
              <a:defRPr sz="863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Improper fraction</a:t>
            </a:r>
          </a:p>
        </p:txBody>
      </p:sp>
      <p:sp>
        <p:nvSpPr>
          <p:cNvPr id="81" name="rect-89">
            <a:extLst>
              <a:ext uri="{FF2B5EF4-FFF2-40B4-BE49-F238E27FC236}">
                <a16:creationId xmlns:a16="http://schemas.microsoft.com/office/drawing/2014/main" id="{FB6AA8AF-DBE2-41E1-B07D-6A98E586D5AA}"/>
              </a:ext>
            </a:extLst>
          </p:cNvPr>
          <p:cNvSpPr>
            <a:spLocks noGrp="1"/>
          </p:cNvSpPr>
          <p:nvPr/>
        </p:nvSpPr>
        <p:spPr>
          <a:xfrm>
            <a:off x="4090988" y="4991100"/>
            <a:ext cx="13335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2" name="rect-90">
            <a:extLst>
              <a:ext uri="{FF2B5EF4-FFF2-40B4-BE49-F238E27FC236}">
                <a16:creationId xmlns:a16="http://schemas.microsoft.com/office/drawing/2014/main" id="{F58F9D71-AAF7-4155-B00C-49938A3AF5FF}"/>
              </a:ext>
            </a:extLst>
          </p:cNvPr>
          <p:cNvSpPr>
            <a:spLocks noGrp="1"/>
          </p:cNvSpPr>
          <p:nvPr/>
        </p:nvSpPr>
        <p:spPr>
          <a:xfrm>
            <a:off x="5672138" y="4991100"/>
            <a:ext cx="13335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3" name="text-91">
            <a:extLst>
              <a:ext uri="{FF2B5EF4-FFF2-40B4-BE49-F238E27FC236}">
                <a16:creationId xmlns:a16="http://schemas.microsoft.com/office/drawing/2014/main" id="{5750E7E8-B8FD-4BBC-B56D-470CEBCFFDFB}"/>
              </a:ext>
            </a:extLst>
          </p:cNvPr>
          <p:cNvSpPr>
            <a:spLocks noGrp="1"/>
          </p:cNvSpPr>
          <p:nvPr/>
        </p:nvSpPr>
        <p:spPr>
          <a:xfrm>
            <a:off x="400050" y="5876925"/>
            <a:ext cx="428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l">
              <a:lnSpc>
                <a:spcPct val="104000"/>
              </a:lnSpc>
              <a:buNone/>
              <a:defRPr sz="120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Q5</a:t>
            </a:r>
          </a:p>
        </p:txBody>
      </p:sp>
      <p:sp>
        <p:nvSpPr>
          <p:cNvPr id="84" name="text-92">
            <a:extLst>
              <a:ext uri="{FF2B5EF4-FFF2-40B4-BE49-F238E27FC236}">
                <a16:creationId xmlns:a16="http://schemas.microsoft.com/office/drawing/2014/main" id="{625426A3-5D9A-4B39-933B-297389C58427}"/>
              </a:ext>
            </a:extLst>
          </p:cNvPr>
          <p:cNvSpPr>
            <a:spLocks noGrp="1"/>
          </p:cNvSpPr>
          <p:nvPr/>
        </p:nvSpPr>
        <p:spPr>
          <a:xfrm>
            <a:off x="2871788" y="5886450"/>
            <a:ext cx="704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r">
              <a:lnSpc>
                <a:spcPct val="104000"/>
              </a:lnSpc>
              <a:buNone/>
              <a:defRPr sz="788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[3 marks]</a:t>
            </a:r>
          </a:p>
        </p:txBody>
      </p:sp>
      <p:sp>
        <p:nvSpPr>
          <p:cNvPr id="85" name="text-93">
            <a:extLst>
              <a:ext uri="{FF2B5EF4-FFF2-40B4-BE49-F238E27FC236}">
                <a16:creationId xmlns:a16="http://schemas.microsoft.com/office/drawing/2014/main" id="{2F19EAD8-DC9E-4782-8867-DDB66B00E545}"/>
              </a:ext>
            </a:extLst>
          </p:cNvPr>
          <p:cNvSpPr>
            <a:spLocks noGrp="1"/>
          </p:cNvSpPr>
          <p:nvPr/>
        </p:nvSpPr>
        <p:spPr>
          <a:xfrm>
            <a:off x="400050" y="6191250"/>
            <a:ext cx="3214688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l">
              <a:lnSpc>
                <a:spcPct val="104000"/>
              </a:lnSpc>
              <a:buNone/>
              <a:defRPr sz="990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90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Order the three fractions from least to greatest. Show how you worked it out.</a:t>
            </a:r>
          </a:p>
        </p:txBody>
      </p:sp>
      <p:sp>
        <p:nvSpPr>
          <p:cNvPr id="86" name="text-94">
            <a:extLst>
              <a:ext uri="{FF2B5EF4-FFF2-40B4-BE49-F238E27FC236}">
                <a16:creationId xmlns:a16="http://schemas.microsoft.com/office/drawing/2014/main" id="{5788D429-9A84-4EC4-9D7B-D10C04400846}"/>
              </a:ext>
            </a:extLst>
          </p:cNvPr>
          <p:cNvSpPr>
            <a:spLocks noGrp="1"/>
          </p:cNvSpPr>
          <p:nvPr/>
        </p:nvSpPr>
        <p:spPr>
          <a:xfrm>
            <a:off x="971550" y="6924675"/>
            <a:ext cx="290036" cy="184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34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34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87" name="line-95">
            <a:extLst>
              <a:ext uri="{FF2B5EF4-FFF2-40B4-BE49-F238E27FC236}">
                <a16:creationId xmlns:a16="http://schemas.microsoft.com/office/drawing/2014/main" id="{7E806732-FBF7-4D4B-B9F8-39E2666060D9}"/>
              </a:ext>
            </a:extLst>
          </p:cNvPr>
          <p:cNvSpPr>
            <a:spLocks noGrp="1"/>
          </p:cNvSpPr>
          <p:nvPr/>
        </p:nvSpPr>
        <p:spPr>
          <a:xfrm>
            <a:off x="990600" y="7114699"/>
            <a:ext cx="251936" cy="0"/>
          </a:xfrm>
          <a:prstGeom prst="line">
            <a:avLst/>
          </a:prstGeom>
          <a:noFill/>
          <a:ln w="14288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8" name="text-96">
            <a:extLst>
              <a:ext uri="{FF2B5EF4-FFF2-40B4-BE49-F238E27FC236}">
                <a16:creationId xmlns:a16="http://schemas.microsoft.com/office/drawing/2014/main" id="{1D1FBCC4-82E2-47DF-9962-14288274E3CE}"/>
              </a:ext>
            </a:extLst>
          </p:cNvPr>
          <p:cNvSpPr>
            <a:spLocks noGrp="1"/>
          </p:cNvSpPr>
          <p:nvPr/>
        </p:nvSpPr>
        <p:spPr>
          <a:xfrm>
            <a:off x="971550" y="7120700"/>
            <a:ext cx="290036" cy="184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34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34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89" name="text-97">
            <a:extLst>
              <a:ext uri="{FF2B5EF4-FFF2-40B4-BE49-F238E27FC236}">
                <a16:creationId xmlns:a16="http://schemas.microsoft.com/office/drawing/2014/main" id="{7DC66E8E-FDB3-49DA-83F1-1460880D6738}"/>
              </a:ext>
            </a:extLst>
          </p:cNvPr>
          <p:cNvSpPr>
            <a:spLocks noGrp="1"/>
          </p:cNvSpPr>
          <p:nvPr/>
        </p:nvSpPr>
        <p:spPr>
          <a:xfrm>
            <a:off x="1847850" y="6924675"/>
            <a:ext cx="290036" cy="184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34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34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90" name="line-98">
            <a:extLst>
              <a:ext uri="{FF2B5EF4-FFF2-40B4-BE49-F238E27FC236}">
                <a16:creationId xmlns:a16="http://schemas.microsoft.com/office/drawing/2014/main" id="{5AFDCBFC-834C-4AB2-BC37-FF6B6B893FFE}"/>
              </a:ext>
            </a:extLst>
          </p:cNvPr>
          <p:cNvSpPr>
            <a:spLocks noGrp="1"/>
          </p:cNvSpPr>
          <p:nvPr/>
        </p:nvSpPr>
        <p:spPr>
          <a:xfrm>
            <a:off x="1866900" y="7114699"/>
            <a:ext cx="251936" cy="0"/>
          </a:xfrm>
          <a:prstGeom prst="line">
            <a:avLst/>
          </a:prstGeom>
          <a:noFill/>
          <a:ln w="14288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1" name="text-99">
            <a:extLst>
              <a:ext uri="{FF2B5EF4-FFF2-40B4-BE49-F238E27FC236}">
                <a16:creationId xmlns:a16="http://schemas.microsoft.com/office/drawing/2014/main" id="{AD4BB40E-CDB9-46B6-86AA-BB17598D1D2D}"/>
              </a:ext>
            </a:extLst>
          </p:cNvPr>
          <p:cNvSpPr>
            <a:spLocks noGrp="1"/>
          </p:cNvSpPr>
          <p:nvPr/>
        </p:nvSpPr>
        <p:spPr>
          <a:xfrm>
            <a:off x="1847850" y="7120700"/>
            <a:ext cx="290036" cy="184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34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34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2" name="text-100">
            <a:extLst>
              <a:ext uri="{FF2B5EF4-FFF2-40B4-BE49-F238E27FC236}">
                <a16:creationId xmlns:a16="http://schemas.microsoft.com/office/drawing/2014/main" id="{24A2F9C9-6991-4A73-BFAA-BD5EB8189F4E}"/>
              </a:ext>
            </a:extLst>
          </p:cNvPr>
          <p:cNvSpPr>
            <a:spLocks noGrp="1"/>
          </p:cNvSpPr>
          <p:nvPr/>
        </p:nvSpPr>
        <p:spPr>
          <a:xfrm>
            <a:off x="2667000" y="6994684"/>
            <a:ext cx="156020" cy="2200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292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92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3" name="text-101">
            <a:extLst>
              <a:ext uri="{FF2B5EF4-FFF2-40B4-BE49-F238E27FC236}">
                <a16:creationId xmlns:a16="http://schemas.microsoft.com/office/drawing/2014/main" id="{5D35EF8A-3E33-419C-AF3F-E1A6650A96D5}"/>
              </a:ext>
            </a:extLst>
          </p:cNvPr>
          <p:cNvSpPr>
            <a:spLocks noGrp="1"/>
          </p:cNvSpPr>
          <p:nvPr/>
        </p:nvSpPr>
        <p:spPr>
          <a:xfrm>
            <a:off x="2823020" y="6924675"/>
            <a:ext cx="290036" cy="184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34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34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4" name="line-102">
            <a:extLst>
              <a:ext uri="{FF2B5EF4-FFF2-40B4-BE49-F238E27FC236}">
                <a16:creationId xmlns:a16="http://schemas.microsoft.com/office/drawing/2014/main" id="{416AE039-4317-435E-A4DC-D51A81F651F2}"/>
              </a:ext>
            </a:extLst>
          </p:cNvPr>
          <p:cNvSpPr>
            <a:spLocks noGrp="1"/>
          </p:cNvSpPr>
          <p:nvPr/>
        </p:nvSpPr>
        <p:spPr>
          <a:xfrm>
            <a:off x="2842070" y="7114699"/>
            <a:ext cx="251936" cy="0"/>
          </a:xfrm>
          <a:prstGeom prst="line">
            <a:avLst/>
          </a:prstGeom>
          <a:noFill/>
          <a:ln w="14288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5" name="text-103">
            <a:extLst>
              <a:ext uri="{FF2B5EF4-FFF2-40B4-BE49-F238E27FC236}">
                <a16:creationId xmlns:a16="http://schemas.microsoft.com/office/drawing/2014/main" id="{BA806D75-C9F8-4993-90C3-A8717E1C1CAD}"/>
              </a:ext>
            </a:extLst>
          </p:cNvPr>
          <p:cNvSpPr>
            <a:spLocks noGrp="1"/>
          </p:cNvSpPr>
          <p:nvPr/>
        </p:nvSpPr>
        <p:spPr>
          <a:xfrm>
            <a:off x="2823020" y="7120700"/>
            <a:ext cx="290036" cy="184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34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34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96" name="text-104">
            <a:extLst>
              <a:ext uri="{FF2B5EF4-FFF2-40B4-BE49-F238E27FC236}">
                <a16:creationId xmlns:a16="http://schemas.microsoft.com/office/drawing/2014/main" id="{E3A4EF3A-9289-4124-92C7-F01BF80F06DC}"/>
              </a:ext>
            </a:extLst>
          </p:cNvPr>
          <p:cNvSpPr>
            <a:spLocks noGrp="1"/>
          </p:cNvSpPr>
          <p:nvPr/>
        </p:nvSpPr>
        <p:spPr>
          <a:xfrm>
            <a:off x="419100" y="773430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l">
              <a:lnSpc>
                <a:spcPct val="104000"/>
              </a:lnSpc>
              <a:buNone/>
              <a:defRPr sz="863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Working</a:t>
            </a:r>
          </a:p>
        </p:txBody>
      </p:sp>
      <p:sp>
        <p:nvSpPr>
          <p:cNvPr id="97" name="text-105">
            <a:extLst>
              <a:ext uri="{FF2B5EF4-FFF2-40B4-BE49-F238E27FC236}">
                <a16:creationId xmlns:a16="http://schemas.microsoft.com/office/drawing/2014/main" id="{2A35B158-45B4-4CFC-8263-A5800E063EAF}"/>
              </a:ext>
            </a:extLst>
          </p:cNvPr>
          <p:cNvSpPr>
            <a:spLocks noGrp="1"/>
          </p:cNvSpPr>
          <p:nvPr/>
        </p:nvSpPr>
        <p:spPr>
          <a:xfrm>
            <a:off x="419100" y="9267825"/>
            <a:ext cx="1047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l">
              <a:lnSpc>
                <a:spcPct val="104000"/>
              </a:lnSpc>
              <a:buNone/>
              <a:defRPr sz="863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63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Least to greatest</a:t>
            </a:r>
          </a:p>
        </p:txBody>
      </p:sp>
      <p:sp>
        <p:nvSpPr>
          <p:cNvPr id="98" name="rect-106">
            <a:extLst>
              <a:ext uri="{FF2B5EF4-FFF2-40B4-BE49-F238E27FC236}">
                <a16:creationId xmlns:a16="http://schemas.microsoft.com/office/drawing/2014/main" id="{215A16C5-26E4-4AC3-901F-19C8BFC8F74C}"/>
              </a:ext>
            </a:extLst>
          </p:cNvPr>
          <p:cNvSpPr>
            <a:spLocks noGrp="1"/>
          </p:cNvSpPr>
          <p:nvPr/>
        </p:nvSpPr>
        <p:spPr>
          <a:xfrm>
            <a:off x="419100" y="9515475"/>
            <a:ext cx="3176588" cy="523875"/>
          </a:xfrm>
          <a:prstGeom prst="rect">
            <a:avLst/>
          </a:prstGeom>
          <a:solidFill>
            <a:srgbClr val="FFFFFF"/>
          </a:solidFill>
          <a:ln w="762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9" name="text-107">
            <a:extLst>
              <a:ext uri="{FF2B5EF4-FFF2-40B4-BE49-F238E27FC236}">
                <a16:creationId xmlns:a16="http://schemas.microsoft.com/office/drawing/2014/main" id="{AC9C529F-20DE-4CAB-8B6A-F0299B5E448B}"/>
              </a:ext>
            </a:extLst>
          </p:cNvPr>
          <p:cNvSpPr>
            <a:spLocks noGrp="1"/>
          </p:cNvSpPr>
          <p:nvPr/>
        </p:nvSpPr>
        <p:spPr>
          <a:xfrm>
            <a:off x="3938588" y="5876925"/>
            <a:ext cx="428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l">
              <a:lnSpc>
                <a:spcPct val="104000"/>
              </a:lnSpc>
              <a:buNone/>
              <a:defRPr sz="120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Q6</a:t>
            </a:r>
          </a:p>
        </p:txBody>
      </p:sp>
      <p:sp>
        <p:nvSpPr>
          <p:cNvPr id="100" name="text-108">
            <a:extLst>
              <a:ext uri="{FF2B5EF4-FFF2-40B4-BE49-F238E27FC236}">
                <a16:creationId xmlns:a16="http://schemas.microsoft.com/office/drawing/2014/main" id="{E6A52460-443B-415F-8692-EA359C35D0FE}"/>
              </a:ext>
            </a:extLst>
          </p:cNvPr>
          <p:cNvSpPr>
            <a:spLocks noGrp="1"/>
          </p:cNvSpPr>
          <p:nvPr/>
        </p:nvSpPr>
        <p:spPr>
          <a:xfrm>
            <a:off x="6410325" y="5886450"/>
            <a:ext cx="704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r">
              <a:lnSpc>
                <a:spcPct val="104000"/>
              </a:lnSpc>
              <a:buNone/>
              <a:defRPr sz="788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[3 marks]</a:t>
            </a:r>
          </a:p>
        </p:txBody>
      </p:sp>
      <p:sp>
        <p:nvSpPr>
          <p:cNvPr id="101" name="text-109">
            <a:extLst>
              <a:ext uri="{FF2B5EF4-FFF2-40B4-BE49-F238E27FC236}">
                <a16:creationId xmlns:a16="http://schemas.microsoft.com/office/drawing/2014/main" id="{B674009B-2CBF-4825-A591-1C946F49A331}"/>
              </a:ext>
            </a:extLst>
          </p:cNvPr>
          <p:cNvSpPr>
            <a:spLocks noGrp="1"/>
          </p:cNvSpPr>
          <p:nvPr/>
        </p:nvSpPr>
        <p:spPr>
          <a:xfrm>
            <a:off x="3938588" y="6191250"/>
            <a:ext cx="3214688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l">
              <a:lnSpc>
                <a:spcPct val="104000"/>
              </a:lnSpc>
              <a:buNone/>
              <a:defRPr sz="990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90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Mark and label all three fractions on the number line. The line is divided into quarters.</a:t>
            </a:r>
          </a:p>
        </p:txBody>
      </p:sp>
      <p:sp>
        <p:nvSpPr>
          <p:cNvPr id="102" name="text-110">
            <a:extLst>
              <a:ext uri="{FF2B5EF4-FFF2-40B4-BE49-F238E27FC236}">
                <a16:creationId xmlns:a16="http://schemas.microsoft.com/office/drawing/2014/main" id="{183B51CB-8910-495C-B714-572DB6D3B976}"/>
              </a:ext>
            </a:extLst>
          </p:cNvPr>
          <p:cNvSpPr>
            <a:spLocks noGrp="1"/>
          </p:cNvSpPr>
          <p:nvPr/>
        </p:nvSpPr>
        <p:spPr>
          <a:xfrm>
            <a:off x="4567238" y="6838950"/>
            <a:ext cx="290036" cy="184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34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34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03" name="line-111">
            <a:extLst>
              <a:ext uri="{FF2B5EF4-FFF2-40B4-BE49-F238E27FC236}">
                <a16:creationId xmlns:a16="http://schemas.microsoft.com/office/drawing/2014/main" id="{6567672A-42B6-4C97-B351-885404E0562F}"/>
              </a:ext>
            </a:extLst>
          </p:cNvPr>
          <p:cNvSpPr>
            <a:spLocks noGrp="1"/>
          </p:cNvSpPr>
          <p:nvPr/>
        </p:nvSpPr>
        <p:spPr>
          <a:xfrm>
            <a:off x="4586288" y="7028974"/>
            <a:ext cx="251936" cy="0"/>
          </a:xfrm>
          <a:prstGeom prst="line">
            <a:avLst/>
          </a:prstGeom>
          <a:noFill/>
          <a:ln w="14288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4" name="text-112">
            <a:extLst>
              <a:ext uri="{FF2B5EF4-FFF2-40B4-BE49-F238E27FC236}">
                <a16:creationId xmlns:a16="http://schemas.microsoft.com/office/drawing/2014/main" id="{332B0ADF-C96F-467A-8D9B-F0954164BBF3}"/>
              </a:ext>
            </a:extLst>
          </p:cNvPr>
          <p:cNvSpPr>
            <a:spLocks noGrp="1"/>
          </p:cNvSpPr>
          <p:nvPr/>
        </p:nvSpPr>
        <p:spPr>
          <a:xfrm>
            <a:off x="4567238" y="7034975"/>
            <a:ext cx="290036" cy="184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34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34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05" name="text-113">
            <a:extLst>
              <a:ext uri="{FF2B5EF4-FFF2-40B4-BE49-F238E27FC236}">
                <a16:creationId xmlns:a16="http://schemas.microsoft.com/office/drawing/2014/main" id="{30495B89-FD0C-4014-AC19-CD846C6A6AC0}"/>
              </a:ext>
            </a:extLst>
          </p:cNvPr>
          <p:cNvSpPr>
            <a:spLocks noGrp="1"/>
          </p:cNvSpPr>
          <p:nvPr/>
        </p:nvSpPr>
        <p:spPr>
          <a:xfrm>
            <a:off x="5386388" y="6838950"/>
            <a:ext cx="290036" cy="184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34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34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06" name="line-114">
            <a:extLst>
              <a:ext uri="{FF2B5EF4-FFF2-40B4-BE49-F238E27FC236}">
                <a16:creationId xmlns:a16="http://schemas.microsoft.com/office/drawing/2014/main" id="{46F4C4C4-8E5F-4301-8845-2F773C6AEEAC}"/>
              </a:ext>
            </a:extLst>
          </p:cNvPr>
          <p:cNvSpPr>
            <a:spLocks noGrp="1"/>
          </p:cNvSpPr>
          <p:nvPr/>
        </p:nvSpPr>
        <p:spPr>
          <a:xfrm>
            <a:off x="5405438" y="7028974"/>
            <a:ext cx="251936" cy="0"/>
          </a:xfrm>
          <a:prstGeom prst="line">
            <a:avLst/>
          </a:prstGeom>
          <a:noFill/>
          <a:ln w="14288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7" name="text-115">
            <a:extLst>
              <a:ext uri="{FF2B5EF4-FFF2-40B4-BE49-F238E27FC236}">
                <a16:creationId xmlns:a16="http://schemas.microsoft.com/office/drawing/2014/main" id="{85B84D7D-C1A4-48DC-960A-58CF65CAB2F8}"/>
              </a:ext>
            </a:extLst>
          </p:cNvPr>
          <p:cNvSpPr>
            <a:spLocks noGrp="1"/>
          </p:cNvSpPr>
          <p:nvPr/>
        </p:nvSpPr>
        <p:spPr>
          <a:xfrm>
            <a:off x="5386388" y="7034975"/>
            <a:ext cx="290036" cy="184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34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34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08" name="text-116">
            <a:extLst>
              <a:ext uri="{FF2B5EF4-FFF2-40B4-BE49-F238E27FC236}">
                <a16:creationId xmlns:a16="http://schemas.microsoft.com/office/drawing/2014/main" id="{C3BFF34E-1ED1-4683-AA92-30657BB40377}"/>
              </a:ext>
            </a:extLst>
          </p:cNvPr>
          <p:cNvSpPr>
            <a:spLocks noGrp="1"/>
          </p:cNvSpPr>
          <p:nvPr/>
        </p:nvSpPr>
        <p:spPr>
          <a:xfrm>
            <a:off x="6110288" y="6908959"/>
            <a:ext cx="156020" cy="2200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292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92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9" name="text-117">
            <a:extLst>
              <a:ext uri="{FF2B5EF4-FFF2-40B4-BE49-F238E27FC236}">
                <a16:creationId xmlns:a16="http://schemas.microsoft.com/office/drawing/2014/main" id="{5E5A6E73-95C1-4891-B7D1-6834388A763C}"/>
              </a:ext>
            </a:extLst>
          </p:cNvPr>
          <p:cNvSpPr>
            <a:spLocks noGrp="1"/>
          </p:cNvSpPr>
          <p:nvPr/>
        </p:nvSpPr>
        <p:spPr>
          <a:xfrm>
            <a:off x="6266307" y="6838950"/>
            <a:ext cx="290036" cy="184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34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34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0" name="line-118">
            <a:extLst>
              <a:ext uri="{FF2B5EF4-FFF2-40B4-BE49-F238E27FC236}">
                <a16:creationId xmlns:a16="http://schemas.microsoft.com/office/drawing/2014/main" id="{A39DD490-D7A9-4471-BB3F-B0E8111DAC79}"/>
              </a:ext>
            </a:extLst>
          </p:cNvPr>
          <p:cNvSpPr>
            <a:spLocks noGrp="1"/>
          </p:cNvSpPr>
          <p:nvPr/>
        </p:nvSpPr>
        <p:spPr>
          <a:xfrm>
            <a:off x="6285357" y="7028974"/>
            <a:ext cx="251936" cy="0"/>
          </a:xfrm>
          <a:prstGeom prst="line">
            <a:avLst/>
          </a:prstGeom>
          <a:noFill/>
          <a:ln w="14288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1" name="text-119">
            <a:extLst>
              <a:ext uri="{FF2B5EF4-FFF2-40B4-BE49-F238E27FC236}">
                <a16:creationId xmlns:a16="http://schemas.microsoft.com/office/drawing/2014/main" id="{04AF94AD-77EB-4802-914F-B77797C536C9}"/>
              </a:ext>
            </a:extLst>
          </p:cNvPr>
          <p:cNvSpPr>
            <a:spLocks noGrp="1"/>
          </p:cNvSpPr>
          <p:nvPr/>
        </p:nvSpPr>
        <p:spPr>
          <a:xfrm>
            <a:off x="6266307" y="7034975"/>
            <a:ext cx="290036" cy="1840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34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34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2" name="line-120">
            <a:extLst>
              <a:ext uri="{FF2B5EF4-FFF2-40B4-BE49-F238E27FC236}">
                <a16:creationId xmlns:a16="http://schemas.microsoft.com/office/drawing/2014/main" id="{A7C52E54-B15A-4E11-BF26-49846877135B}"/>
              </a:ext>
            </a:extLst>
          </p:cNvPr>
          <p:cNvSpPr>
            <a:spLocks noGrp="1"/>
          </p:cNvSpPr>
          <p:nvPr/>
        </p:nvSpPr>
        <p:spPr>
          <a:xfrm>
            <a:off x="4090988" y="8248650"/>
            <a:ext cx="2905125" cy="0"/>
          </a:xfrm>
          <a:prstGeom prst="line">
            <a:avLst/>
          </a:prstGeom>
          <a:noFill/>
          <a:ln w="14288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3" name="line-121">
            <a:extLst>
              <a:ext uri="{FF2B5EF4-FFF2-40B4-BE49-F238E27FC236}">
                <a16:creationId xmlns:a16="http://schemas.microsoft.com/office/drawing/2014/main" id="{31EFE11D-35D9-4BF9-BFEB-EB86DF634CDA}"/>
              </a:ext>
            </a:extLst>
          </p:cNvPr>
          <p:cNvSpPr>
            <a:spLocks noGrp="1"/>
          </p:cNvSpPr>
          <p:nvPr/>
        </p:nvSpPr>
        <p:spPr>
          <a:xfrm>
            <a:off x="4090988" y="8181975"/>
            <a:ext cx="0" cy="133350"/>
          </a:xfrm>
          <a:prstGeom prst="line">
            <a:avLst/>
          </a:prstGeom>
          <a:noFill/>
          <a:ln w="1333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4" name="line-122">
            <a:extLst>
              <a:ext uri="{FF2B5EF4-FFF2-40B4-BE49-F238E27FC236}">
                <a16:creationId xmlns:a16="http://schemas.microsoft.com/office/drawing/2014/main" id="{4A765750-F4D9-447F-BD5E-8F156C114CCB}"/>
              </a:ext>
            </a:extLst>
          </p:cNvPr>
          <p:cNvSpPr>
            <a:spLocks noGrp="1"/>
          </p:cNvSpPr>
          <p:nvPr/>
        </p:nvSpPr>
        <p:spPr>
          <a:xfrm>
            <a:off x="4454128" y="8181975"/>
            <a:ext cx="0" cy="133350"/>
          </a:xfrm>
          <a:prstGeom prst="line">
            <a:avLst/>
          </a:prstGeom>
          <a:noFill/>
          <a:ln w="762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5" name="line-123">
            <a:extLst>
              <a:ext uri="{FF2B5EF4-FFF2-40B4-BE49-F238E27FC236}">
                <a16:creationId xmlns:a16="http://schemas.microsoft.com/office/drawing/2014/main" id="{1C25FB70-9C6C-4CCE-A0F2-1A1CDEF0179F}"/>
              </a:ext>
            </a:extLst>
          </p:cNvPr>
          <p:cNvSpPr>
            <a:spLocks noGrp="1"/>
          </p:cNvSpPr>
          <p:nvPr/>
        </p:nvSpPr>
        <p:spPr>
          <a:xfrm>
            <a:off x="4817269" y="8181975"/>
            <a:ext cx="0" cy="133350"/>
          </a:xfrm>
          <a:prstGeom prst="line">
            <a:avLst/>
          </a:prstGeom>
          <a:noFill/>
          <a:ln w="762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6" name="line-124">
            <a:extLst>
              <a:ext uri="{FF2B5EF4-FFF2-40B4-BE49-F238E27FC236}">
                <a16:creationId xmlns:a16="http://schemas.microsoft.com/office/drawing/2014/main" id="{85199DEA-9727-4061-BB63-CF56995AE957}"/>
              </a:ext>
            </a:extLst>
          </p:cNvPr>
          <p:cNvSpPr>
            <a:spLocks noGrp="1"/>
          </p:cNvSpPr>
          <p:nvPr/>
        </p:nvSpPr>
        <p:spPr>
          <a:xfrm>
            <a:off x="5180409" y="8181975"/>
            <a:ext cx="0" cy="133350"/>
          </a:xfrm>
          <a:prstGeom prst="line">
            <a:avLst/>
          </a:prstGeom>
          <a:noFill/>
          <a:ln w="762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7" name="line-125">
            <a:extLst>
              <a:ext uri="{FF2B5EF4-FFF2-40B4-BE49-F238E27FC236}">
                <a16:creationId xmlns:a16="http://schemas.microsoft.com/office/drawing/2014/main" id="{E304D897-842C-42F3-B345-4E9C5E91D26E}"/>
              </a:ext>
            </a:extLst>
          </p:cNvPr>
          <p:cNvSpPr>
            <a:spLocks noGrp="1"/>
          </p:cNvSpPr>
          <p:nvPr/>
        </p:nvSpPr>
        <p:spPr>
          <a:xfrm>
            <a:off x="5543550" y="8181975"/>
            <a:ext cx="0" cy="133350"/>
          </a:xfrm>
          <a:prstGeom prst="line">
            <a:avLst/>
          </a:prstGeom>
          <a:noFill/>
          <a:ln w="1333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8" name="line-126">
            <a:extLst>
              <a:ext uri="{FF2B5EF4-FFF2-40B4-BE49-F238E27FC236}">
                <a16:creationId xmlns:a16="http://schemas.microsoft.com/office/drawing/2014/main" id="{7D54AB68-F129-4100-99FA-FB00A68164CE}"/>
              </a:ext>
            </a:extLst>
          </p:cNvPr>
          <p:cNvSpPr>
            <a:spLocks noGrp="1"/>
          </p:cNvSpPr>
          <p:nvPr/>
        </p:nvSpPr>
        <p:spPr>
          <a:xfrm>
            <a:off x="5906691" y="8181975"/>
            <a:ext cx="0" cy="133350"/>
          </a:xfrm>
          <a:prstGeom prst="line">
            <a:avLst/>
          </a:prstGeom>
          <a:noFill/>
          <a:ln w="762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9" name="line-127">
            <a:extLst>
              <a:ext uri="{FF2B5EF4-FFF2-40B4-BE49-F238E27FC236}">
                <a16:creationId xmlns:a16="http://schemas.microsoft.com/office/drawing/2014/main" id="{AA5BBBCE-7C6C-4AE2-9442-8422411F3CCA}"/>
              </a:ext>
            </a:extLst>
          </p:cNvPr>
          <p:cNvSpPr>
            <a:spLocks noGrp="1"/>
          </p:cNvSpPr>
          <p:nvPr/>
        </p:nvSpPr>
        <p:spPr>
          <a:xfrm>
            <a:off x="6269831" y="8181975"/>
            <a:ext cx="0" cy="133350"/>
          </a:xfrm>
          <a:prstGeom prst="line">
            <a:avLst/>
          </a:prstGeom>
          <a:noFill/>
          <a:ln w="762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0" name="line-128">
            <a:extLst>
              <a:ext uri="{FF2B5EF4-FFF2-40B4-BE49-F238E27FC236}">
                <a16:creationId xmlns:a16="http://schemas.microsoft.com/office/drawing/2014/main" id="{2AD21FC7-5052-48EF-B641-73E9E8B1CFF2}"/>
              </a:ext>
            </a:extLst>
          </p:cNvPr>
          <p:cNvSpPr>
            <a:spLocks noGrp="1"/>
          </p:cNvSpPr>
          <p:nvPr/>
        </p:nvSpPr>
        <p:spPr>
          <a:xfrm>
            <a:off x="6632972" y="8181975"/>
            <a:ext cx="0" cy="133350"/>
          </a:xfrm>
          <a:prstGeom prst="line">
            <a:avLst/>
          </a:prstGeom>
          <a:noFill/>
          <a:ln w="762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1" name="line-129">
            <a:extLst>
              <a:ext uri="{FF2B5EF4-FFF2-40B4-BE49-F238E27FC236}">
                <a16:creationId xmlns:a16="http://schemas.microsoft.com/office/drawing/2014/main" id="{77B24F97-8AC9-4A10-801B-D3822CE42D6D}"/>
              </a:ext>
            </a:extLst>
          </p:cNvPr>
          <p:cNvSpPr>
            <a:spLocks noGrp="1"/>
          </p:cNvSpPr>
          <p:nvPr/>
        </p:nvSpPr>
        <p:spPr>
          <a:xfrm>
            <a:off x="6996113" y="8181975"/>
            <a:ext cx="0" cy="133350"/>
          </a:xfrm>
          <a:prstGeom prst="line">
            <a:avLst/>
          </a:prstGeom>
          <a:noFill/>
          <a:ln w="13335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2" name="text-130">
            <a:extLst>
              <a:ext uri="{FF2B5EF4-FFF2-40B4-BE49-F238E27FC236}">
                <a16:creationId xmlns:a16="http://schemas.microsoft.com/office/drawing/2014/main" id="{355BD019-51E1-4F26-8529-54744D91E522}"/>
              </a:ext>
            </a:extLst>
          </p:cNvPr>
          <p:cNvSpPr>
            <a:spLocks noGrp="1"/>
          </p:cNvSpPr>
          <p:nvPr/>
        </p:nvSpPr>
        <p:spPr>
          <a:xfrm>
            <a:off x="4014788" y="842010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ctr">
              <a:lnSpc>
                <a:spcPct val="104000"/>
              </a:lnSpc>
              <a:buNone/>
              <a:defRPr sz="863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23" name="text-131">
            <a:extLst>
              <a:ext uri="{FF2B5EF4-FFF2-40B4-BE49-F238E27FC236}">
                <a16:creationId xmlns:a16="http://schemas.microsoft.com/office/drawing/2014/main" id="{B52A6FF1-EE65-4842-901B-2CC51E56F6DA}"/>
              </a:ext>
            </a:extLst>
          </p:cNvPr>
          <p:cNvSpPr>
            <a:spLocks noGrp="1"/>
          </p:cNvSpPr>
          <p:nvPr/>
        </p:nvSpPr>
        <p:spPr>
          <a:xfrm>
            <a:off x="5448300" y="842010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ctr">
              <a:lnSpc>
                <a:spcPct val="104000"/>
              </a:lnSpc>
              <a:buNone/>
              <a:defRPr sz="863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4" name="text-132">
            <a:extLst>
              <a:ext uri="{FF2B5EF4-FFF2-40B4-BE49-F238E27FC236}">
                <a16:creationId xmlns:a16="http://schemas.microsoft.com/office/drawing/2014/main" id="{6D2140CA-2A51-4680-A1FD-95FFF3D38C79}"/>
              </a:ext>
            </a:extLst>
          </p:cNvPr>
          <p:cNvSpPr>
            <a:spLocks noGrp="1"/>
          </p:cNvSpPr>
          <p:nvPr/>
        </p:nvSpPr>
        <p:spPr>
          <a:xfrm>
            <a:off x="6900863" y="842010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ctr">
              <a:lnSpc>
                <a:spcPct val="104000"/>
              </a:lnSpc>
              <a:buNone/>
              <a:defRPr sz="863" b="0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1F293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08058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-14">
            <a:extLst>
              <a:ext uri="{FF2B5EF4-FFF2-40B4-BE49-F238E27FC236}">
                <a16:creationId xmlns:a16="http://schemas.microsoft.com/office/drawing/2014/main" id="{5AE1DC41-52C8-4510-B24A-0EFA86B92869}"/>
              </a:ext>
            </a:extLst>
          </p:cNvPr>
          <p:cNvSpPr>
            <a:spLocks noGrp="1"/>
          </p:cNvSpPr>
          <p:nvPr/>
        </p:nvSpPr>
        <p:spPr>
          <a:xfrm>
            <a:off x="285750" y="200025"/>
            <a:ext cx="3905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013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YEARS 4 AND 5 MATHEMATICS ASSESSMENT</a:t>
            </a:r>
          </a:p>
        </p:txBody>
      </p:sp>
      <p:sp>
        <p:nvSpPr>
          <p:cNvPr id="2" name="text-15">
            <a:extLst>
              <a:ext uri="{FF2B5EF4-FFF2-40B4-BE49-F238E27FC236}">
                <a16:creationId xmlns:a16="http://schemas.microsoft.com/office/drawing/2014/main" id="{6E8E27A7-79C3-448C-A5CF-B9533CB48B28}"/>
              </a:ext>
            </a:extLst>
          </p:cNvPr>
          <p:cNvSpPr>
            <a:spLocks noGrp="1"/>
          </p:cNvSpPr>
          <p:nvPr/>
        </p:nvSpPr>
        <p:spPr>
          <a:xfrm>
            <a:off x="285750" y="438150"/>
            <a:ext cx="4476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538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38" b="1" i="0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Ordering and comparing fractions</a:t>
            </a:r>
          </a:p>
        </p:txBody>
      </p:sp>
      <p:sp>
        <p:nvSpPr>
          <p:cNvPr id="3" name="text-16">
            <a:extLst>
              <a:ext uri="{FF2B5EF4-FFF2-40B4-BE49-F238E27FC236}">
                <a16:creationId xmlns:a16="http://schemas.microsoft.com/office/drawing/2014/main" id="{FB040BF0-59FD-4B09-B51D-3307B5A1A617}"/>
              </a:ext>
            </a:extLst>
          </p:cNvPr>
          <p:cNvSpPr>
            <a:spLocks noGrp="1"/>
          </p:cNvSpPr>
          <p:nvPr/>
        </p:nvSpPr>
        <p:spPr>
          <a:xfrm>
            <a:off x="6381750" y="238125"/>
            <a:ext cx="876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r">
              <a:lnSpc>
                <a:spcPct val="104000"/>
              </a:lnSpc>
              <a:buNone/>
              <a:defRPr sz="82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Page 3 of 3</a:t>
            </a:r>
          </a:p>
        </p:txBody>
      </p:sp>
      <p:sp>
        <p:nvSpPr>
          <p:cNvPr id="4" name="line-17">
            <a:extLst>
              <a:ext uri="{FF2B5EF4-FFF2-40B4-BE49-F238E27FC236}">
                <a16:creationId xmlns:a16="http://schemas.microsoft.com/office/drawing/2014/main" id="{ED427B16-0E33-4472-8247-8710D9CA5A0D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6981825" cy="0"/>
          </a:xfrm>
          <a:prstGeom prst="line">
            <a:avLst/>
          </a:prstGeom>
          <a:noFill/>
          <a:ln w="10478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-174">
            <a:extLst>
              <a:ext uri="{FF2B5EF4-FFF2-40B4-BE49-F238E27FC236}">
                <a16:creationId xmlns:a16="http://schemas.microsoft.com/office/drawing/2014/main" id="{FF3A1A0F-1403-4F3C-9739-34E61F3B4D47}"/>
              </a:ext>
            </a:extLst>
          </p:cNvPr>
          <p:cNvSpPr>
            <a:spLocks noGrp="1"/>
          </p:cNvSpPr>
          <p:nvPr/>
        </p:nvSpPr>
        <p:spPr>
          <a:xfrm>
            <a:off x="295275" y="933450"/>
            <a:ext cx="428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l">
              <a:lnSpc>
                <a:spcPct val="104000"/>
              </a:lnSpc>
              <a:buNone/>
              <a:defRPr sz="120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1" i="0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Q</a:t>
            </a:r>
            <a:r>
              <a:rPr lang="en-AU" sz="1200" b="1" i="0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7</a:t>
            </a:r>
            <a:endParaRPr sz="1200" b="1" i="0" dirty="0">
              <a:solidFill>
                <a:srgbClr val="1F293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text-175">
            <a:extLst>
              <a:ext uri="{FF2B5EF4-FFF2-40B4-BE49-F238E27FC236}">
                <a16:creationId xmlns:a16="http://schemas.microsoft.com/office/drawing/2014/main" id="{A476CA46-FC38-42AB-95FE-DE70F1E6B782}"/>
              </a:ext>
            </a:extLst>
          </p:cNvPr>
          <p:cNvSpPr>
            <a:spLocks noGrp="1"/>
          </p:cNvSpPr>
          <p:nvPr/>
        </p:nvSpPr>
        <p:spPr>
          <a:xfrm>
            <a:off x="6505575" y="942975"/>
            <a:ext cx="704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r">
              <a:lnSpc>
                <a:spcPct val="104000"/>
              </a:lnSpc>
              <a:buNone/>
              <a:defRPr sz="788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[4 marks]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949F4E89-F258-0161-1E22-7B0EDE8F9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75" y="1411883"/>
            <a:ext cx="7525800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51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-10">
            <a:extLst>
              <a:ext uri="{FF2B5EF4-FFF2-40B4-BE49-F238E27FC236}">
                <a16:creationId xmlns:a16="http://schemas.microsoft.com/office/drawing/2014/main" id="{AF47E868-623F-4497-84A6-BF2DC5166368}"/>
              </a:ext>
            </a:extLst>
          </p:cNvPr>
          <p:cNvSpPr>
            <a:spLocks noGrp="1"/>
          </p:cNvSpPr>
          <p:nvPr/>
        </p:nvSpPr>
        <p:spPr>
          <a:xfrm>
            <a:off x="285750" y="200025"/>
            <a:ext cx="3905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013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YEARS 4 AND 5 MATHEMATICS ASSESSMENT</a:t>
            </a:r>
          </a:p>
        </p:txBody>
      </p:sp>
      <p:sp>
        <p:nvSpPr>
          <p:cNvPr id="2" name="text-11">
            <a:extLst>
              <a:ext uri="{FF2B5EF4-FFF2-40B4-BE49-F238E27FC236}">
                <a16:creationId xmlns:a16="http://schemas.microsoft.com/office/drawing/2014/main" id="{0BBFF5FF-7BB7-4E61-B24D-5564AE74F061}"/>
              </a:ext>
            </a:extLst>
          </p:cNvPr>
          <p:cNvSpPr>
            <a:spLocks noGrp="1"/>
          </p:cNvSpPr>
          <p:nvPr/>
        </p:nvSpPr>
        <p:spPr>
          <a:xfrm>
            <a:off x="285750" y="438150"/>
            <a:ext cx="4476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538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38" b="1" i="0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Ordering and comparing fractions</a:t>
            </a:r>
          </a:p>
        </p:txBody>
      </p:sp>
      <p:sp>
        <p:nvSpPr>
          <p:cNvPr id="3" name="text-12">
            <a:extLst>
              <a:ext uri="{FF2B5EF4-FFF2-40B4-BE49-F238E27FC236}">
                <a16:creationId xmlns:a16="http://schemas.microsoft.com/office/drawing/2014/main" id="{90359631-AC2B-4184-B1CD-551338451941}"/>
              </a:ext>
            </a:extLst>
          </p:cNvPr>
          <p:cNvSpPr>
            <a:spLocks noGrp="1"/>
          </p:cNvSpPr>
          <p:nvPr/>
        </p:nvSpPr>
        <p:spPr>
          <a:xfrm>
            <a:off x="6381750" y="238125"/>
            <a:ext cx="876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r">
              <a:lnSpc>
                <a:spcPct val="104000"/>
              </a:lnSpc>
              <a:buNone/>
              <a:defRPr sz="825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Page 2 of 3</a:t>
            </a:r>
          </a:p>
        </p:txBody>
      </p:sp>
      <p:sp>
        <p:nvSpPr>
          <p:cNvPr id="4" name="line-13">
            <a:extLst>
              <a:ext uri="{FF2B5EF4-FFF2-40B4-BE49-F238E27FC236}">
                <a16:creationId xmlns:a16="http://schemas.microsoft.com/office/drawing/2014/main" id="{56DD7568-4DE8-4FCF-9AE5-6786B7771DF3}"/>
              </a:ext>
            </a:extLst>
          </p:cNvPr>
          <p:cNvSpPr>
            <a:spLocks noGrp="1"/>
          </p:cNvSpPr>
          <p:nvPr/>
        </p:nvSpPr>
        <p:spPr>
          <a:xfrm>
            <a:off x="285750" y="781050"/>
            <a:ext cx="6981825" cy="0"/>
          </a:xfrm>
          <a:prstGeom prst="line">
            <a:avLst/>
          </a:prstGeom>
          <a:noFill/>
          <a:ln w="10478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-133">
            <a:extLst>
              <a:ext uri="{FF2B5EF4-FFF2-40B4-BE49-F238E27FC236}">
                <a16:creationId xmlns:a16="http://schemas.microsoft.com/office/drawing/2014/main" id="{BAF7A9D3-3572-4A82-A340-02F03AE542C1}"/>
              </a:ext>
            </a:extLst>
          </p:cNvPr>
          <p:cNvSpPr>
            <a:spLocks noGrp="1"/>
          </p:cNvSpPr>
          <p:nvPr/>
        </p:nvSpPr>
        <p:spPr>
          <a:xfrm>
            <a:off x="295275" y="933450"/>
            <a:ext cx="428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l">
              <a:lnSpc>
                <a:spcPct val="104000"/>
              </a:lnSpc>
              <a:buNone/>
              <a:defRPr sz="1200" b="1" i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1" i="0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Q</a:t>
            </a:r>
            <a:r>
              <a:rPr lang="en-AU" sz="1200" b="1" i="0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8</a:t>
            </a:r>
            <a:endParaRPr sz="1200" b="1" i="0" dirty="0">
              <a:solidFill>
                <a:srgbClr val="1F293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text-134">
            <a:extLst>
              <a:ext uri="{FF2B5EF4-FFF2-40B4-BE49-F238E27FC236}">
                <a16:creationId xmlns:a16="http://schemas.microsoft.com/office/drawing/2014/main" id="{832BA887-A83A-4387-AB9B-B0C03485A345}"/>
              </a:ext>
            </a:extLst>
          </p:cNvPr>
          <p:cNvSpPr>
            <a:spLocks noGrp="1"/>
          </p:cNvSpPr>
          <p:nvPr/>
        </p:nvSpPr>
        <p:spPr>
          <a:xfrm>
            <a:off x="6505575" y="942975"/>
            <a:ext cx="704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" tIns="9525" rIns="9525" bIns="9525" anchor="t">
            <a:normAutofit/>
          </a:bodyPr>
          <a:lstStyle/>
          <a:p>
            <a:pPr algn="r">
              <a:lnSpc>
                <a:spcPct val="104000"/>
              </a:lnSpc>
              <a:buNone/>
              <a:defRPr sz="788" b="1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[4 marks]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43BC890-7FD6-009A-9712-593B9ED0DF04}"/>
              </a:ext>
            </a:extLst>
          </p:cNvPr>
          <p:cNvSpPr txBox="1"/>
          <p:nvPr/>
        </p:nvSpPr>
        <p:spPr>
          <a:xfrm>
            <a:off x="836612" y="1485899"/>
            <a:ext cx="602138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Three friends are arguing about which fraction is the largest.</a:t>
            </a:r>
          </a:p>
          <a:p>
            <a:endParaRPr lang="en-AU" dirty="0"/>
          </a:p>
          <a:p>
            <a:r>
              <a:rPr lang="en-AU" dirty="0"/>
              <a:t>Mia: "I think 2/3 is the largest fraction.</a:t>
            </a:r>
          </a:p>
          <a:p>
            <a:r>
              <a:rPr lang="en-AU" dirty="0"/>
              <a:t>"Noah: "No, 3/4 is the largest fraction.</a:t>
            </a:r>
          </a:p>
          <a:p>
            <a:r>
              <a:rPr lang="en-AU" dirty="0"/>
              <a:t>"Grace: "You're both wrong. 7/12 is the largest fraction.“</a:t>
            </a:r>
          </a:p>
          <a:p>
            <a:endParaRPr lang="en-AU" dirty="0"/>
          </a:p>
          <a:p>
            <a:r>
              <a:rPr lang="en-AU" dirty="0"/>
              <a:t>Use the space below to prove who is correct.</a:t>
            </a:r>
          </a:p>
        </p:txBody>
      </p:sp>
    </p:spTree>
    <p:extLst>
      <p:ext uri="{BB962C8B-B14F-4D97-AF65-F5344CB8AC3E}">
        <p14:creationId xmlns:p14="http://schemas.microsoft.com/office/powerpoint/2010/main" val="18412430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E9EDC6FE131D4EA7636763F72AD884" ma:contentTypeVersion="18" ma:contentTypeDescription="Create a new document." ma:contentTypeScope="" ma:versionID="ce19c11b50f03a295c23364e478f0bcc">
  <xsd:schema xmlns:xsd="http://www.w3.org/2001/XMLSchema" xmlns:xs="http://www.w3.org/2001/XMLSchema" xmlns:p="http://schemas.microsoft.com/office/2006/metadata/properties" xmlns:ns2="f6962713-d290-45da-a745-828d3fe70060" xmlns:ns3="2d5301ea-ab30-4e3e-a09c-bde3027a64aa" targetNamespace="http://schemas.microsoft.com/office/2006/metadata/properties" ma:root="true" ma:fieldsID="bc3ff1ba0415aa3459e7c75681e9918e" ns2:_="" ns3:_="">
    <xsd:import namespace="f6962713-d290-45da-a745-828d3fe70060"/>
    <xsd:import namespace="2d5301ea-ab30-4e3e-a09c-bde3027a64a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962713-d290-45da-a745-828d3fe700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a606fe5-00d0-49e1-aa33-d9ffd02091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5301ea-ab30-4e3e-a09c-bde3027a64aa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f6b16a2-0ee0-42e1-bc99-933be1a18506}" ma:internalName="TaxCatchAll" ma:showField="CatchAllData" ma:web="2d5301ea-ab30-4e3e-a09c-bde3027a64a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d5301ea-ab30-4e3e-a09c-bde3027a64aa" xsi:nil="true"/>
    <lcf76f155ced4ddcb4097134ff3c332f xmlns="f6962713-d290-45da-a745-828d3fe7006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73A3BF0-3B47-42CE-94FB-9A6D6C1DC8BC}"/>
</file>

<file path=customXml/itemProps2.xml><?xml version="1.0" encoding="utf-8"?>
<ds:datastoreItem xmlns:ds="http://schemas.openxmlformats.org/officeDocument/2006/customXml" ds:itemID="{30F16004-8770-4ADE-A7D2-FCD2AB35A3CD}"/>
</file>

<file path=customXml/itemProps3.xml><?xml version="1.0" encoding="utf-8"?>
<ds:datastoreItem xmlns:ds="http://schemas.openxmlformats.org/officeDocument/2006/customXml" ds:itemID="{D4605B3F-76A9-4A34-A704-7219C8D7515E}"/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414</Words>
  <Application>Microsoft Office PowerPoint</Application>
  <DocSecurity>0</DocSecurity>
  <PresentationFormat>Custom</PresentationFormat>
  <Paragraphs>88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LEAHY Mitchell [Rockingham Bch Primary School]</cp:lastModifiedBy>
  <cp:revision>2</cp:revision>
  <cp:lastPrinted>2026-08-18T02:56:19Z</cp:lastPrinted>
  <dcterms:created xsi:type="dcterms:W3CDTF">2026-08-18T01:40:07Z</dcterms:created>
  <dcterms:modified xsi:type="dcterms:W3CDTF">2026-08-18T03:12:21Z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cfaba3c-b62d-4cd7-a2b1-d365f20898c5_Enabled">
    <vt:lpwstr>true</vt:lpwstr>
  </property>
  <property fmtid="{D5CDD505-2E9C-101B-9397-08002B2CF9AE}" pid="3" name="MSIP_Label_bcfaba3c-b62d-4cd7-a2b1-d365f20898c5_SetDate">
    <vt:lpwstr>2026-08-18T02:56:02Z</vt:lpwstr>
  </property>
  <property fmtid="{D5CDD505-2E9C-101B-9397-08002B2CF9AE}" pid="4" name="MSIP_Label_bcfaba3c-b62d-4cd7-a2b1-d365f20898c5_Method">
    <vt:lpwstr>Privileged</vt:lpwstr>
  </property>
  <property fmtid="{D5CDD505-2E9C-101B-9397-08002B2CF9AE}" pid="5" name="MSIP_Label_bcfaba3c-b62d-4cd7-a2b1-d365f20898c5_Name">
    <vt:lpwstr>NO LABEL</vt:lpwstr>
  </property>
  <property fmtid="{D5CDD505-2E9C-101B-9397-08002B2CF9AE}" pid="6" name="MSIP_Label_bcfaba3c-b62d-4cd7-a2b1-d365f20898c5_SiteId">
    <vt:lpwstr>e08016f9-d1fd-4cbb-83b0-b76eb4361627</vt:lpwstr>
  </property>
  <property fmtid="{D5CDD505-2E9C-101B-9397-08002B2CF9AE}" pid="7" name="MSIP_Label_bcfaba3c-b62d-4cd7-a2b1-d365f20898c5_ActionId">
    <vt:lpwstr>2de00e04-46f6-46ca-a8f9-53e4b6b39dc7</vt:lpwstr>
  </property>
  <property fmtid="{D5CDD505-2E9C-101B-9397-08002B2CF9AE}" pid="8" name="MSIP_Label_bcfaba3c-b62d-4cd7-a2b1-d365f20898c5_ContentBits">
    <vt:lpwstr>0</vt:lpwstr>
  </property>
  <property fmtid="{D5CDD505-2E9C-101B-9397-08002B2CF9AE}" pid="9" name="MSIP_Label_bcfaba3c-b62d-4cd7-a2b1-d365f20898c5_Tag">
    <vt:lpwstr>10, 0, 1, 1</vt:lpwstr>
  </property>
  <property fmtid="{D5CDD505-2E9C-101B-9397-08002B2CF9AE}" pid="10" name="ContentTypeId">
    <vt:lpwstr>0x01010002E9EDC6FE131D4EA7636763F72AD884</vt:lpwstr>
  </property>
</Properties>
</file>